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7"/>
    <p:restoredTop sz="52584"/>
  </p:normalViewPr>
  <p:slideViewPr>
    <p:cSldViewPr snapToGrid="0">
      <p:cViewPr varScale="1">
        <p:scale>
          <a:sx n="67" d="100"/>
          <a:sy n="67" d="100"/>
        </p:scale>
        <p:origin x="2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A9369D-5E9D-4605-A985-BDA67623A5C1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1691E5-E865-463D-9646-6875352E0677}">
      <dgm:prSet/>
      <dgm:spPr/>
      <dgm:t>
        <a:bodyPr/>
        <a:lstStyle/>
        <a:p>
          <a:r>
            <a:rPr lang="en-CA" b="1"/>
            <a:t>Purpose</a:t>
          </a:r>
          <a:r>
            <a:rPr lang="en-CA"/>
            <a:t>: Show daily, weekly, and monthly changes for Admitted, Discharged, Deceased, Transferred, and Emergency.</a:t>
          </a:r>
          <a:endParaRPr lang="en-US"/>
        </a:p>
      </dgm:t>
    </dgm:pt>
    <dgm:pt modelId="{06FB0B9D-832B-4B12-BCBA-EB8802772A91}" type="parTrans" cxnId="{21A11CF5-7FDD-4061-8A8C-08B5928CD4EC}">
      <dgm:prSet/>
      <dgm:spPr/>
      <dgm:t>
        <a:bodyPr/>
        <a:lstStyle/>
        <a:p>
          <a:endParaRPr lang="en-US"/>
        </a:p>
      </dgm:t>
    </dgm:pt>
    <dgm:pt modelId="{B0906065-874D-45C1-9D6F-DCA0D8E3E8B8}" type="sibTrans" cxnId="{21A11CF5-7FDD-4061-8A8C-08B5928CD4EC}">
      <dgm:prSet/>
      <dgm:spPr/>
      <dgm:t>
        <a:bodyPr/>
        <a:lstStyle/>
        <a:p>
          <a:endParaRPr lang="en-US"/>
        </a:p>
      </dgm:t>
    </dgm:pt>
    <dgm:pt modelId="{5C7A41BC-3881-4CA3-9BE4-07CF778E7F6C}">
      <dgm:prSet/>
      <dgm:spPr/>
      <dgm:t>
        <a:bodyPr/>
        <a:lstStyle/>
        <a:p>
          <a:r>
            <a:rPr lang="en-CA"/>
            <a:t>• </a:t>
          </a:r>
          <a:r>
            <a:rPr lang="en-CA" b="1"/>
            <a:t>Top Gauges</a:t>
          </a:r>
          <a:r>
            <a:rPr lang="en-CA"/>
            <a:t>: 6-month totals for Admitted, Discharged, Deceased, Transferred, Emergency.</a:t>
          </a:r>
          <a:endParaRPr lang="en-US"/>
        </a:p>
      </dgm:t>
    </dgm:pt>
    <dgm:pt modelId="{A7C5E557-2EB0-40AD-BEC0-80A600767174}" type="parTrans" cxnId="{2A5D6384-8E16-44FD-BFB9-6410FD5F1EB2}">
      <dgm:prSet/>
      <dgm:spPr/>
      <dgm:t>
        <a:bodyPr/>
        <a:lstStyle/>
        <a:p>
          <a:endParaRPr lang="en-US"/>
        </a:p>
      </dgm:t>
    </dgm:pt>
    <dgm:pt modelId="{71A29FA8-C339-40F5-8C52-61F9EF053030}" type="sibTrans" cxnId="{2A5D6384-8E16-44FD-BFB9-6410FD5F1EB2}">
      <dgm:prSet/>
      <dgm:spPr/>
      <dgm:t>
        <a:bodyPr/>
        <a:lstStyle/>
        <a:p>
          <a:endParaRPr lang="en-US"/>
        </a:p>
      </dgm:t>
    </dgm:pt>
    <dgm:pt modelId="{02CD0C76-86DD-45F7-BC74-52B1F6C568A2}">
      <dgm:prSet/>
      <dgm:spPr/>
      <dgm:t>
        <a:bodyPr/>
        <a:lstStyle/>
        <a:p>
          <a:r>
            <a:rPr lang="en-CA"/>
            <a:t>• </a:t>
          </a:r>
          <a:r>
            <a:rPr lang="en-CA" b="1"/>
            <a:t>Today vs Yesterday</a:t>
          </a:r>
          <a:r>
            <a:rPr lang="en-CA"/>
            <a:t>: Pie charts highlighting daily changes.</a:t>
          </a:r>
          <a:endParaRPr lang="en-US"/>
        </a:p>
      </dgm:t>
    </dgm:pt>
    <dgm:pt modelId="{53F4EC83-1984-448E-A3D8-EE4947B49F1B}" type="parTrans" cxnId="{B3FFEB33-6FCA-4B20-83A1-21F54BD48001}">
      <dgm:prSet/>
      <dgm:spPr/>
      <dgm:t>
        <a:bodyPr/>
        <a:lstStyle/>
        <a:p>
          <a:endParaRPr lang="en-US"/>
        </a:p>
      </dgm:t>
    </dgm:pt>
    <dgm:pt modelId="{87100473-440E-4EBD-88B1-C39FC59AC2B7}" type="sibTrans" cxnId="{B3FFEB33-6FCA-4B20-83A1-21F54BD48001}">
      <dgm:prSet/>
      <dgm:spPr/>
      <dgm:t>
        <a:bodyPr/>
        <a:lstStyle/>
        <a:p>
          <a:endParaRPr lang="en-US"/>
        </a:p>
      </dgm:t>
    </dgm:pt>
    <dgm:pt modelId="{7D71F954-AA93-4B3C-87E7-B8B79A09C6A2}">
      <dgm:prSet/>
      <dgm:spPr/>
      <dgm:t>
        <a:bodyPr/>
        <a:lstStyle/>
        <a:p>
          <a:r>
            <a:rPr lang="en-CA"/>
            <a:t>• </a:t>
          </a:r>
          <a:r>
            <a:rPr lang="en-CA" b="1"/>
            <a:t>Week &amp; Month Comparisons</a:t>
          </a:r>
          <a:r>
            <a:rPr lang="en-CA"/>
            <a:t>: Bar visuals for “Current vs Last.”</a:t>
          </a:r>
          <a:endParaRPr lang="en-US"/>
        </a:p>
      </dgm:t>
    </dgm:pt>
    <dgm:pt modelId="{43E73BD5-22EB-4D99-994E-4F4753BB2B90}" type="parTrans" cxnId="{B883175E-FFE3-4987-A8B8-9A07EB844ACF}">
      <dgm:prSet/>
      <dgm:spPr/>
      <dgm:t>
        <a:bodyPr/>
        <a:lstStyle/>
        <a:p>
          <a:endParaRPr lang="en-US"/>
        </a:p>
      </dgm:t>
    </dgm:pt>
    <dgm:pt modelId="{B6F9464F-3886-4FFA-AEBA-B6747EB6F801}" type="sibTrans" cxnId="{B883175E-FFE3-4987-A8B8-9A07EB844ACF}">
      <dgm:prSet/>
      <dgm:spPr/>
      <dgm:t>
        <a:bodyPr/>
        <a:lstStyle/>
        <a:p>
          <a:endParaRPr lang="en-US"/>
        </a:p>
      </dgm:t>
    </dgm:pt>
    <dgm:pt modelId="{C9CE2FC0-E9EB-4B45-A843-15ACDCEF311A}">
      <dgm:prSet/>
      <dgm:spPr/>
      <dgm:t>
        <a:bodyPr/>
        <a:lstStyle/>
        <a:p>
          <a:r>
            <a:rPr lang="en-CA"/>
            <a:t>• </a:t>
          </a:r>
          <a:r>
            <a:rPr lang="en-CA" b="1"/>
            <a:t>Immediate Insight</a:t>
          </a:r>
          <a:r>
            <a:rPr lang="en-CA"/>
            <a:t>: Quickly identify short-term and medium-term trends.</a:t>
          </a:r>
          <a:endParaRPr lang="en-US"/>
        </a:p>
      </dgm:t>
    </dgm:pt>
    <dgm:pt modelId="{592FB4E4-B6AE-4756-85ED-C1FB8E6477C2}" type="parTrans" cxnId="{12B8720B-8A90-46CD-AE2D-3D8527345201}">
      <dgm:prSet/>
      <dgm:spPr/>
      <dgm:t>
        <a:bodyPr/>
        <a:lstStyle/>
        <a:p>
          <a:endParaRPr lang="en-US"/>
        </a:p>
      </dgm:t>
    </dgm:pt>
    <dgm:pt modelId="{492C4DF8-E58E-4ED6-8D4D-788B5670C31C}" type="sibTrans" cxnId="{12B8720B-8A90-46CD-AE2D-3D8527345201}">
      <dgm:prSet/>
      <dgm:spPr/>
      <dgm:t>
        <a:bodyPr/>
        <a:lstStyle/>
        <a:p>
          <a:endParaRPr lang="en-US"/>
        </a:p>
      </dgm:t>
    </dgm:pt>
    <dgm:pt modelId="{D0FF9363-7873-494F-A843-1465AEF760A5}">
      <dgm:prSet/>
      <dgm:spPr/>
      <dgm:t>
        <a:bodyPr/>
        <a:lstStyle/>
        <a:p>
          <a:r>
            <a:rPr lang="en-CA" b="1"/>
            <a:t>Grafana Usage</a:t>
          </a:r>
          <a:endParaRPr lang="en-US"/>
        </a:p>
      </dgm:t>
    </dgm:pt>
    <dgm:pt modelId="{9929CDCF-7251-4261-8780-2B38AB5BA5FC}" type="parTrans" cxnId="{B9CA0CC3-25AA-4861-B7A9-E4721E93D6FC}">
      <dgm:prSet/>
      <dgm:spPr/>
      <dgm:t>
        <a:bodyPr/>
        <a:lstStyle/>
        <a:p>
          <a:endParaRPr lang="en-US"/>
        </a:p>
      </dgm:t>
    </dgm:pt>
    <dgm:pt modelId="{B1842B80-B20B-44BC-B528-B8D315A66FCA}" type="sibTrans" cxnId="{B9CA0CC3-25AA-4861-B7A9-E4721E93D6FC}">
      <dgm:prSet/>
      <dgm:spPr/>
      <dgm:t>
        <a:bodyPr/>
        <a:lstStyle/>
        <a:p>
          <a:endParaRPr lang="en-US"/>
        </a:p>
      </dgm:t>
    </dgm:pt>
    <dgm:pt modelId="{8705B56F-415C-4C75-9529-4875F61C9016}">
      <dgm:prSet/>
      <dgm:spPr/>
      <dgm:t>
        <a:bodyPr/>
        <a:lstStyle/>
        <a:p>
          <a:r>
            <a:rPr lang="en-CA"/>
            <a:t>• Uses </a:t>
          </a:r>
          <a:r>
            <a:rPr lang="en-CA" b="1"/>
            <a:t>multiple panel types</a:t>
          </a:r>
          <a:r>
            <a:rPr lang="en-CA"/>
            <a:t>: gauges, pie charts, bar charts.</a:t>
          </a:r>
          <a:endParaRPr lang="en-US"/>
        </a:p>
      </dgm:t>
    </dgm:pt>
    <dgm:pt modelId="{65E0A341-CDB3-495F-9E19-5A08880B7458}" type="parTrans" cxnId="{80C3A089-EFE6-4F37-8A77-EBE6625AAEB1}">
      <dgm:prSet/>
      <dgm:spPr/>
      <dgm:t>
        <a:bodyPr/>
        <a:lstStyle/>
        <a:p>
          <a:endParaRPr lang="en-US"/>
        </a:p>
      </dgm:t>
    </dgm:pt>
    <dgm:pt modelId="{449E34FB-8B80-4FF5-BD04-F10BD5B16624}" type="sibTrans" cxnId="{80C3A089-EFE6-4F37-8A77-EBE6625AAEB1}">
      <dgm:prSet/>
      <dgm:spPr/>
      <dgm:t>
        <a:bodyPr/>
        <a:lstStyle/>
        <a:p>
          <a:endParaRPr lang="en-US"/>
        </a:p>
      </dgm:t>
    </dgm:pt>
    <dgm:pt modelId="{EA44E4A7-17E2-4454-9192-B190F0D79E70}">
      <dgm:prSet/>
      <dgm:spPr/>
      <dgm:t>
        <a:bodyPr/>
        <a:lstStyle/>
        <a:p>
          <a:r>
            <a:rPr lang="en-CA"/>
            <a:t>• </a:t>
          </a:r>
          <a:r>
            <a:rPr lang="en-CA" b="1"/>
            <a:t>Auto-refresh</a:t>
          </a:r>
          <a:r>
            <a:rPr lang="en-CA"/>
            <a:t> ensures real-time updates from PostgreSQL.</a:t>
          </a:r>
          <a:endParaRPr lang="en-US"/>
        </a:p>
      </dgm:t>
    </dgm:pt>
    <dgm:pt modelId="{DAD9DD20-A80E-4553-9DAE-832601824CCE}" type="parTrans" cxnId="{74E53825-2A43-45DB-98AF-5211E5F2CF33}">
      <dgm:prSet/>
      <dgm:spPr/>
      <dgm:t>
        <a:bodyPr/>
        <a:lstStyle/>
        <a:p>
          <a:endParaRPr lang="en-US"/>
        </a:p>
      </dgm:t>
    </dgm:pt>
    <dgm:pt modelId="{8E87775B-2455-43C0-AAA8-2917AB5B3FC4}" type="sibTrans" cxnId="{74E53825-2A43-45DB-98AF-5211E5F2CF33}">
      <dgm:prSet/>
      <dgm:spPr/>
      <dgm:t>
        <a:bodyPr/>
        <a:lstStyle/>
        <a:p>
          <a:endParaRPr lang="en-US"/>
        </a:p>
      </dgm:t>
    </dgm:pt>
    <dgm:pt modelId="{2033C620-9460-44AC-9531-505964465305}">
      <dgm:prSet/>
      <dgm:spPr/>
      <dgm:t>
        <a:bodyPr/>
        <a:lstStyle/>
        <a:p>
          <a:r>
            <a:rPr lang="en-CA"/>
            <a:t>• </a:t>
          </a:r>
          <a:r>
            <a:rPr lang="en-CA" b="1"/>
            <a:t>Time range selectors</a:t>
          </a:r>
          <a:r>
            <a:rPr lang="en-CA"/>
            <a:t> let stakeholders zoom in or out (last 6 months, last 14 days, etc.).</a:t>
          </a:r>
          <a:endParaRPr lang="en-US"/>
        </a:p>
      </dgm:t>
    </dgm:pt>
    <dgm:pt modelId="{CD9D3DAB-C9CA-48B6-9567-0ADC11F4CAE5}" type="parTrans" cxnId="{4BF78288-4A43-41CB-A3D0-378CF43C63E4}">
      <dgm:prSet/>
      <dgm:spPr/>
      <dgm:t>
        <a:bodyPr/>
        <a:lstStyle/>
        <a:p>
          <a:endParaRPr lang="en-US"/>
        </a:p>
      </dgm:t>
    </dgm:pt>
    <dgm:pt modelId="{84ACA21B-0557-4462-8BCD-5433CC80EB5B}" type="sibTrans" cxnId="{4BF78288-4A43-41CB-A3D0-378CF43C63E4}">
      <dgm:prSet/>
      <dgm:spPr/>
      <dgm:t>
        <a:bodyPr/>
        <a:lstStyle/>
        <a:p>
          <a:endParaRPr lang="en-US"/>
        </a:p>
      </dgm:t>
    </dgm:pt>
    <dgm:pt modelId="{40B4DFFD-4731-4AF4-8428-2BD30FA94051}">
      <dgm:prSet/>
      <dgm:spPr/>
      <dgm:t>
        <a:bodyPr/>
        <a:lstStyle/>
        <a:p>
          <a:r>
            <a:rPr lang="en-CA" b="1"/>
            <a:t>Value to Stakeholders</a:t>
          </a:r>
          <a:endParaRPr lang="en-US"/>
        </a:p>
      </dgm:t>
    </dgm:pt>
    <dgm:pt modelId="{361DD364-590A-4D0B-8A5A-D8B89AA59C13}" type="parTrans" cxnId="{532ABE7D-F76C-4CE8-8613-ECC237DAA02D}">
      <dgm:prSet/>
      <dgm:spPr/>
      <dgm:t>
        <a:bodyPr/>
        <a:lstStyle/>
        <a:p>
          <a:endParaRPr lang="en-US"/>
        </a:p>
      </dgm:t>
    </dgm:pt>
    <dgm:pt modelId="{B32A02A9-FC62-473F-858F-DC7071E5F825}" type="sibTrans" cxnId="{532ABE7D-F76C-4CE8-8613-ECC237DAA02D}">
      <dgm:prSet/>
      <dgm:spPr/>
      <dgm:t>
        <a:bodyPr/>
        <a:lstStyle/>
        <a:p>
          <a:endParaRPr lang="en-US"/>
        </a:p>
      </dgm:t>
    </dgm:pt>
    <dgm:pt modelId="{0811334F-8E87-444B-AEA8-A9FBF43FE074}">
      <dgm:prSet/>
      <dgm:spPr/>
      <dgm:t>
        <a:bodyPr/>
        <a:lstStyle/>
        <a:p>
          <a:r>
            <a:rPr lang="en-CA"/>
            <a:t>• </a:t>
          </a:r>
          <a:r>
            <a:rPr lang="en-CA" b="1"/>
            <a:t>Hospital Admins</a:t>
          </a:r>
          <a:r>
            <a:rPr lang="en-CA"/>
            <a:t> can see daily spikes (today vs yesterday) and plan staff allocation.</a:t>
          </a:r>
          <a:endParaRPr lang="en-US"/>
        </a:p>
      </dgm:t>
    </dgm:pt>
    <dgm:pt modelId="{E583BC50-3F8C-407E-8699-FC3BCDEFEF3D}" type="parTrans" cxnId="{239EFC71-857C-4ECA-9A29-0CDED037D90C}">
      <dgm:prSet/>
      <dgm:spPr/>
      <dgm:t>
        <a:bodyPr/>
        <a:lstStyle/>
        <a:p>
          <a:endParaRPr lang="en-US"/>
        </a:p>
      </dgm:t>
    </dgm:pt>
    <dgm:pt modelId="{CBB4DD9B-5760-461C-814B-AB488BACA854}" type="sibTrans" cxnId="{239EFC71-857C-4ECA-9A29-0CDED037D90C}">
      <dgm:prSet/>
      <dgm:spPr/>
      <dgm:t>
        <a:bodyPr/>
        <a:lstStyle/>
        <a:p>
          <a:endParaRPr lang="en-US"/>
        </a:p>
      </dgm:t>
    </dgm:pt>
    <dgm:pt modelId="{CF80DBC9-A803-4D24-B2A8-8DC781D1145E}">
      <dgm:prSet/>
      <dgm:spPr/>
      <dgm:t>
        <a:bodyPr/>
        <a:lstStyle/>
        <a:p>
          <a:r>
            <a:rPr lang="en-CA"/>
            <a:t>• </a:t>
          </a:r>
          <a:r>
            <a:rPr lang="en-CA" b="1"/>
            <a:t>Operations</a:t>
          </a:r>
          <a:r>
            <a:rPr lang="en-CA"/>
            <a:t> track if weekly or monthly admissions exceed discharges, flagging potential capacity issues.</a:t>
          </a:r>
          <a:endParaRPr lang="en-US"/>
        </a:p>
      </dgm:t>
    </dgm:pt>
    <dgm:pt modelId="{2537F1D5-8AA1-4778-9E70-7B71D01CCF2C}" type="parTrans" cxnId="{58297532-2D76-41FB-9B3F-EBC3F908E82A}">
      <dgm:prSet/>
      <dgm:spPr/>
      <dgm:t>
        <a:bodyPr/>
        <a:lstStyle/>
        <a:p>
          <a:endParaRPr lang="en-US"/>
        </a:p>
      </dgm:t>
    </dgm:pt>
    <dgm:pt modelId="{EC3B7010-CA6D-42E1-BA5F-17E3A3D230BD}" type="sibTrans" cxnId="{58297532-2D76-41FB-9B3F-EBC3F908E82A}">
      <dgm:prSet/>
      <dgm:spPr/>
      <dgm:t>
        <a:bodyPr/>
        <a:lstStyle/>
        <a:p>
          <a:endParaRPr lang="en-US"/>
        </a:p>
      </dgm:t>
    </dgm:pt>
    <dgm:pt modelId="{B70D2C64-99EC-4E1D-BE08-3D7AC9338955}">
      <dgm:prSet/>
      <dgm:spPr/>
      <dgm:t>
        <a:bodyPr/>
        <a:lstStyle/>
        <a:p>
          <a:r>
            <a:rPr lang="en-CA"/>
            <a:t>• </a:t>
          </a:r>
          <a:r>
            <a:rPr lang="en-CA" b="1"/>
            <a:t>Executives</a:t>
          </a:r>
          <a:r>
            <a:rPr lang="en-CA"/>
            <a:t> glean immediate insights without needing separate reports—</a:t>
          </a:r>
          <a:r>
            <a:rPr lang="en-CA" b="1"/>
            <a:t>one-stop</a:t>
          </a:r>
          <a:r>
            <a:rPr lang="en-CA"/>
            <a:t> for near-term performance metrics.</a:t>
          </a:r>
          <a:endParaRPr lang="en-US"/>
        </a:p>
      </dgm:t>
    </dgm:pt>
    <dgm:pt modelId="{2F04B9E7-6EAD-4B07-9C40-A655160D7DBA}" type="parTrans" cxnId="{977860A4-D13A-4B53-9809-B9ED31C1AE62}">
      <dgm:prSet/>
      <dgm:spPr/>
      <dgm:t>
        <a:bodyPr/>
        <a:lstStyle/>
        <a:p>
          <a:endParaRPr lang="en-US"/>
        </a:p>
      </dgm:t>
    </dgm:pt>
    <dgm:pt modelId="{E8BC57E7-D2C0-4443-BBB8-333FCCDC6709}" type="sibTrans" cxnId="{977860A4-D13A-4B53-9809-B9ED31C1AE62}">
      <dgm:prSet/>
      <dgm:spPr/>
      <dgm:t>
        <a:bodyPr/>
        <a:lstStyle/>
        <a:p>
          <a:endParaRPr lang="en-US"/>
        </a:p>
      </dgm:t>
    </dgm:pt>
    <dgm:pt modelId="{06298D96-27FE-0948-AA54-5B4D6C7776E6}" type="pres">
      <dgm:prSet presAssocID="{65A9369D-5E9D-4605-A985-BDA67623A5C1}" presName="Name0" presStyleCnt="0">
        <dgm:presLayoutVars>
          <dgm:dir/>
          <dgm:resizeHandles val="exact"/>
        </dgm:presLayoutVars>
      </dgm:prSet>
      <dgm:spPr/>
    </dgm:pt>
    <dgm:pt modelId="{583FE7CD-4E63-3F4E-889A-B10856461BEE}" type="pres">
      <dgm:prSet presAssocID="{4E1691E5-E865-463D-9646-6875352E0677}" presName="node" presStyleLbl="node1" presStyleIdx="0" presStyleCnt="13">
        <dgm:presLayoutVars>
          <dgm:bulletEnabled val="1"/>
        </dgm:presLayoutVars>
      </dgm:prSet>
      <dgm:spPr/>
    </dgm:pt>
    <dgm:pt modelId="{3FCBB886-6E95-3342-AE9B-F93888F9BCC8}" type="pres">
      <dgm:prSet presAssocID="{B0906065-874D-45C1-9D6F-DCA0D8E3E8B8}" presName="sibTrans" presStyleLbl="sibTrans1D1" presStyleIdx="0" presStyleCnt="12"/>
      <dgm:spPr/>
    </dgm:pt>
    <dgm:pt modelId="{682D5D6C-24CE-B742-A9B5-58E31A957FD2}" type="pres">
      <dgm:prSet presAssocID="{B0906065-874D-45C1-9D6F-DCA0D8E3E8B8}" presName="connectorText" presStyleLbl="sibTrans1D1" presStyleIdx="0" presStyleCnt="12"/>
      <dgm:spPr/>
    </dgm:pt>
    <dgm:pt modelId="{8B28479B-CC84-EB4E-96AB-7D69D698F3D3}" type="pres">
      <dgm:prSet presAssocID="{5C7A41BC-3881-4CA3-9BE4-07CF778E7F6C}" presName="node" presStyleLbl="node1" presStyleIdx="1" presStyleCnt="13">
        <dgm:presLayoutVars>
          <dgm:bulletEnabled val="1"/>
        </dgm:presLayoutVars>
      </dgm:prSet>
      <dgm:spPr/>
    </dgm:pt>
    <dgm:pt modelId="{B71764BF-FD98-A748-997B-88ED76A8461F}" type="pres">
      <dgm:prSet presAssocID="{71A29FA8-C339-40F5-8C52-61F9EF053030}" presName="sibTrans" presStyleLbl="sibTrans1D1" presStyleIdx="1" presStyleCnt="12"/>
      <dgm:spPr/>
    </dgm:pt>
    <dgm:pt modelId="{2C081925-1506-794E-8754-D9DC42852559}" type="pres">
      <dgm:prSet presAssocID="{71A29FA8-C339-40F5-8C52-61F9EF053030}" presName="connectorText" presStyleLbl="sibTrans1D1" presStyleIdx="1" presStyleCnt="12"/>
      <dgm:spPr/>
    </dgm:pt>
    <dgm:pt modelId="{2E82F727-F783-F246-B5F5-602D8B74E1D7}" type="pres">
      <dgm:prSet presAssocID="{02CD0C76-86DD-45F7-BC74-52B1F6C568A2}" presName="node" presStyleLbl="node1" presStyleIdx="2" presStyleCnt="13">
        <dgm:presLayoutVars>
          <dgm:bulletEnabled val="1"/>
        </dgm:presLayoutVars>
      </dgm:prSet>
      <dgm:spPr/>
    </dgm:pt>
    <dgm:pt modelId="{A309B2F8-2D13-9B4E-BBFD-1D58A9C1DDDE}" type="pres">
      <dgm:prSet presAssocID="{87100473-440E-4EBD-88B1-C39FC59AC2B7}" presName="sibTrans" presStyleLbl="sibTrans1D1" presStyleIdx="2" presStyleCnt="12"/>
      <dgm:spPr/>
    </dgm:pt>
    <dgm:pt modelId="{108B0C23-42C3-BF4C-8C09-CCD6EA5710E6}" type="pres">
      <dgm:prSet presAssocID="{87100473-440E-4EBD-88B1-C39FC59AC2B7}" presName="connectorText" presStyleLbl="sibTrans1D1" presStyleIdx="2" presStyleCnt="12"/>
      <dgm:spPr/>
    </dgm:pt>
    <dgm:pt modelId="{BE854D00-954B-5848-AB7A-67C674817498}" type="pres">
      <dgm:prSet presAssocID="{7D71F954-AA93-4B3C-87E7-B8B79A09C6A2}" presName="node" presStyleLbl="node1" presStyleIdx="3" presStyleCnt="13">
        <dgm:presLayoutVars>
          <dgm:bulletEnabled val="1"/>
        </dgm:presLayoutVars>
      </dgm:prSet>
      <dgm:spPr/>
    </dgm:pt>
    <dgm:pt modelId="{180B3FEE-8354-2F47-BA40-C77EBACB4F18}" type="pres">
      <dgm:prSet presAssocID="{B6F9464F-3886-4FFA-AEBA-B6747EB6F801}" presName="sibTrans" presStyleLbl="sibTrans1D1" presStyleIdx="3" presStyleCnt="12"/>
      <dgm:spPr/>
    </dgm:pt>
    <dgm:pt modelId="{BF6BAB35-5B8B-8F46-B18C-24E433395A85}" type="pres">
      <dgm:prSet presAssocID="{B6F9464F-3886-4FFA-AEBA-B6747EB6F801}" presName="connectorText" presStyleLbl="sibTrans1D1" presStyleIdx="3" presStyleCnt="12"/>
      <dgm:spPr/>
    </dgm:pt>
    <dgm:pt modelId="{10B4F0C3-C942-3040-8458-8733E9BD708D}" type="pres">
      <dgm:prSet presAssocID="{C9CE2FC0-E9EB-4B45-A843-15ACDCEF311A}" presName="node" presStyleLbl="node1" presStyleIdx="4" presStyleCnt="13">
        <dgm:presLayoutVars>
          <dgm:bulletEnabled val="1"/>
        </dgm:presLayoutVars>
      </dgm:prSet>
      <dgm:spPr/>
    </dgm:pt>
    <dgm:pt modelId="{8D27118E-589E-4342-A125-B4F1036536CF}" type="pres">
      <dgm:prSet presAssocID="{492C4DF8-E58E-4ED6-8D4D-788B5670C31C}" presName="sibTrans" presStyleLbl="sibTrans1D1" presStyleIdx="4" presStyleCnt="12"/>
      <dgm:spPr/>
    </dgm:pt>
    <dgm:pt modelId="{B0F90EA6-ADD9-E84E-8B0E-81AF49A42E78}" type="pres">
      <dgm:prSet presAssocID="{492C4DF8-E58E-4ED6-8D4D-788B5670C31C}" presName="connectorText" presStyleLbl="sibTrans1D1" presStyleIdx="4" presStyleCnt="12"/>
      <dgm:spPr/>
    </dgm:pt>
    <dgm:pt modelId="{1507D5B9-B864-3549-9697-F3B48DCCB83A}" type="pres">
      <dgm:prSet presAssocID="{D0FF9363-7873-494F-A843-1465AEF760A5}" presName="node" presStyleLbl="node1" presStyleIdx="5" presStyleCnt="13">
        <dgm:presLayoutVars>
          <dgm:bulletEnabled val="1"/>
        </dgm:presLayoutVars>
      </dgm:prSet>
      <dgm:spPr/>
    </dgm:pt>
    <dgm:pt modelId="{5C7B81B8-A8D8-4B45-A8EF-3B041B1117D8}" type="pres">
      <dgm:prSet presAssocID="{B1842B80-B20B-44BC-B528-B8D315A66FCA}" presName="sibTrans" presStyleLbl="sibTrans1D1" presStyleIdx="5" presStyleCnt="12"/>
      <dgm:spPr/>
    </dgm:pt>
    <dgm:pt modelId="{061AB932-E9C6-D845-8C89-1A615FAA445F}" type="pres">
      <dgm:prSet presAssocID="{B1842B80-B20B-44BC-B528-B8D315A66FCA}" presName="connectorText" presStyleLbl="sibTrans1D1" presStyleIdx="5" presStyleCnt="12"/>
      <dgm:spPr/>
    </dgm:pt>
    <dgm:pt modelId="{E5DC9ECC-ECAD-8342-B770-9C9BC1F282FF}" type="pres">
      <dgm:prSet presAssocID="{8705B56F-415C-4C75-9529-4875F61C9016}" presName="node" presStyleLbl="node1" presStyleIdx="6" presStyleCnt="13">
        <dgm:presLayoutVars>
          <dgm:bulletEnabled val="1"/>
        </dgm:presLayoutVars>
      </dgm:prSet>
      <dgm:spPr/>
    </dgm:pt>
    <dgm:pt modelId="{78DF9C51-53AA-4E4E-9C59-3E053F1B8FF6}" type="pres">
      <dgm:prSet presAssocID="{449E34FB-8B80-4FF5-BD04-F10BD5B16624}" presName="sibTrans" presStyleLbl="sibTrans1D1" presStyleIdx="6" presStyleCnt="12"/>
      <dgm:spPr/>
    </dgm:pt>
    <dgm:pt modelId="{28A4C633-A1FD-9148-8EAB-85594AE0D5C9}" type="pres">
      <dgm:prSet presAssocID="{449E34FB-8B80-4FF5-BD04-F10BD5B16624}" presName="connectorText" presStyleLbl="sibTrans1D1" presStyleIdx="6" presStyleCnt="12"/>
      <dgm:spPr/>
    </dgm:pt>
    <dgm:pt modelId="{2D78F7C1-17F7-EC4E-BDAD-18259CF49C08}" type="pres">
      <dgm:prSet presAssocID="{EA44E4A7-17E2-4454-9192-B190F0D79E70}" presName="node" presStyleLbl="node1" presStyleIdx="7" presStyleCnt="13">
        <dgm:presLayoutVars>
          <dgm:bulletEnabled val="1"/>
        </dgm:presLayoutVars>
      </dgm:prSet>
      <dgm:spPr/>
    </dgm:pt>
    <dgm:pt modelId="{5813936F-BB16-A945-9309-D831D7611317}" type="pres">
      <dgm:prSet presAssocID="{8E87775B-2455-43C0-AAA8-2917AB5B3FC4}" presName="sibTrans" presStyleLbl="sibTrans1D1" presStyleIdx="7" presStyleCnt="12"/>
      <dgm:spPr/>
    </dgm:pt>
    <dgm:pt modelId="{455AA46F-EBC2-5B46-8BDE-4E0C22631EED}" type="pres">
      <dgm:prSet presAssocID="{8E87775B-2455-43C0-AAA8-2917AB5B3FC4}" presName="connectorText" presStyleLbl="sibTrans1D1" presStyleIdx="7" presStyleCnt="12"/>
      <dgm:spPr/>
    </dgm:pt>
    <dgm:pt modelId="{7A91D4FE-97B9-4F48-B1F6-9269E7039C79}" type="pres">
      <dgm:prSet presAssocID="{2033C620-9460-44AC-9531-505964465305}" presName="node" presStyleLbl="node1" presStyleIdx="8" presStyleCnt="13">
        <dgm:presLayoutVars>
          <dgm:bulletEnabled val="1"/>
        </dgm:presLayoutVars>
      </dgm:prSet>
      <dgm:spPr/>
    </dgm:pt>
    <dgm:pt modelId="{851D67FD-56B0-5C4A-8ACE-1A30CE7EA3E3}" type="pres">
      <dgm:prSet presAssocID="{84ACA21B-0557-4462-8BCD-5433CC80EB5B}" presName="sibTrans" presStyleLbl="sibTrans1D1" presStyleIdx="8" presStyleCnt="12"/>
      <dgm:spPr/>
    </dgm:pt>
    <dgm:pt modelId="{94B6C338-4253-C844-AC4A-08E71B41CB31}" type="pres">
      <dgm:prSet presAssocID="{84ACA21B-0557-4462-8BCD-5433CC80EB5B}" presName="connectorText" presStyleLbl="sibTrans1D1" presStyleIdx="8" presStyleCnt="12"/>
      <dgm:spPr/>
    </dgm:pt>
    <dgm:pt modelId="{A3909A12-1B49-4D4F-8847-1DB4F7B5F0F6}" type="pres">
      <dgm:prSet presAssocID="{40B4DFFD-4731-4AF4-8428-2BD30FA94051}" presName="node" presStyleLbl="node1" presStyleIdx="9" presStyleCnt="13">
        <dgm:presLayoutVars>
          <dgm:bulletEnabled val="1"/>
        </dgm:presLayoutVars>
      </dgm:prSet>
      <dgm:spPr/>
    </dgm:pt>
    <dgm:pt modelId="{80EC91A3-5748-E243-A829-F60374D0AEF4}" type="pres">
      <dgm:prSet presAssocID="{B32A02A9-FC62-473F-858F-DC7071E5F825}" presName="sibTrans" presStyleLbl="sibTrans1D1" presStyleIdx="9" presStyleCnt="12"/>
      <dgm:spPr/>
    </dgm:pt>
    <dgm:pt modelId="{211C745D-8546-8E46-9210-ED5CEB9B3283}" type="pres">
      <dgm:prSet presAssocID="{B32A02A9-FC62-473F-858F-DC7071E5F825}" presName="connectorText" presStyleLbl="sibTrans1D1" presStyleIdx="9" presStyleCnt="12"/>
      <dgm:spPr/>
    </dgm:pt>
    <dgm:pt modelId="{23118F59-23DF-AC4C-80C5-781459A75C43}" type="pres">
      <dgm:prSet presAssocID="{0811334F-8E87-444B-AEA8-A9FBF43FE074}" presName="node" presStyleLbl="node1" presStyleIdx="10" presStyleCnt="13">
        <dgm:presLayoutVars>
          <dgm:bulletEnabled val="1"/>
        </dgm:presLayoutVars>
      </dgm:prSet>
      <dgm:spPr/>
    </dgm:pt>
    <dgm:pt modelId="{A8870A5A-CB6B-794E-99BF-E6D7643BB729}" type="pres">
      <dgm:prSet presAssocID="{CBB4DD9B-5760-461C-814B-AB488BACA854}" presName="sibTrans" presStyleLbl="sibTrans1D1" presStyleIdx="10" presStyleCnt="12"/>
      <dgm:spPr/>
    </dgm:pt>
    <dgm:pt modelId="{E2AC3265-A440-724A-8910-BC9ED0691B4B}" type="pres">
      <dgm:prSet presAssocID="{CBB4DD9B-5760-461C-814B-AB488BACA854}" presName="connectorText" presStyleLbl="sibTrans1D1" presStyleIdx="10" presStyleCnt="12"/>
      <dgm:spPr/>
    </dgm:pt>
    <dgm:pt modelId="{9D0D6FE7-25AF-5D46-815E-0CD22FA90410}" type="pres">
      <dgm:prSet presAssocID="{CF80DBC9-A803-4D24-B2A8-8DC781D1145E}" presName="node" presStyleLbl="node1" presStyleIdx="11" presStyleCnt="13">
        <dgm:presLayoutVars>
          <dgm:bulletEnabled val="1"/>
        </dgm:presLayoutVars>
      </dgm:prSet>
      <dgm:spPr/>
    </dgm:pt>
    <dgm:pt modelId="{835429ED-B5DD-3143-8C80-65D205885518}" type="pres">
      <dgm:prSet presAssocID="{EC3B7010-CA6D-42E1-BA5F-17E3A3D230BD}" presName="sibTrans" presStyleLbl="sibTrans1D1" presStyleIdx="11" presStyleCnt="12"/>
      <dgm:spPr/>
    </dgm:pt>
    <dgm:pt modelId="{82361A6B-705E-0A4B-BB28-47AFAD6C98EE}" type="pres">
      <dgm:prSet presAssocID="{EC3B7010-CA6D-42E1-BA5F-17E3A3D230BD}" presName="connectorText" presStyleLbl="sibTrans1D1" presStyleIdx="11" presStyleCnt="12"/>
      <dgm:spPr/>
    </dgm:pt>
    <dgm:pt modelId="{04C35214-BA75-004E-AF10-1DAF25D54BF3}" type="pres">
      <dgm:prSet presAssocID="{B70D2C64-99EC-4E1D-BE08-3D7AC9338955}" presName="node" presStyleLbl="node1" presStyleIdx="12" presStyleCnt="13">
        <dgm:presLayoutVars>
          <dgm:bulletEnabled val="1"/>
        </dgm:presLayoutVars>
      </dgm:prSet>
      <dgm:spPr/>
    </dgm:pt>
  </dgm:ptLst>
  <dgm:cxnLst>
    <dgm:cxn modelId="{CCE6AC04-A483-514C-A55D-E7DB0D73D595}" type="presOf" srcId="{02CD0C76-86DD-45F7-BC74-52B1F6C568A2}" destId="{2E82F727-F783-F246-B5F5-602D8B74E1D7}" srcOrd="0" destOrd="0" presId="urn:microsoft.com/office/officeart/2016/7/layout/RepeatingBendingProcessNew"/>
    <dgm:cxn modelId="{79553708-71BD-C845-B69B-1F31FD7788D0}" type="presOf" srcId="{87100473-440E-4EBD-88B1-C39FC59AC2B7}" destId="{A309B2F8-2D13-9B4E-BBFD-1D58A9C1DDDE}" srcOrd="0" destOrd="0" presId="urn:microsoft.com/office/officeart/2016/7/layout/RepeatingBendingProcessNew"/>
    <dgm:cxn modelId="{12B8720B-8A90-46CD-AE2D-3D8527345201}" srcId="{65A9369D-5E9D-4605-A985-BDA67623A5C1}" destId="{C9CE2FC0-E9EB-4B45-A843-15ACDCEF311A}" srcOrd="4" destOrd="0" parTransId="{592FB4E4-B6AE-4756-85ED-C1FB8E6477C2}" sibTransId="{492C4DF8-E58E-4ED6-8D4D-788B5670C31C}"/>
    <dgm:cxn modelId="{96837E0F-1429-9841-A3B3-57881E9B6D3F}" type="presOf" srcId="{449E34FB-8B80-4FF5-BD04-F10BD5B16624}" destId="{28A4C633-A1FD-9148-8EAB-85594AE0D5C9}" srcOrd="1" destOrd="0" presId="urn:microsoft.com/office/officeart/2016/7/layout/RepeatingBendingProcessNew"/>
    <dgm:cxn modelId="{74E53825-2A43-45DB-98AF-5211E5F2CF33}" srcId="{65A9369D-5E9D-4605-A985-BDA67623A5C1}" destId="{EA44E4A7-17E2-4454-9192-B190F0D79E70}" srcOrd="7" destOrd="0" parTransId="{DAD9DD20-A80E-4553-9DAE-832601824CCE}" sibTransId="{8E87775B-2455-43C0-AAA8-2917AB5B3FC4}"/>
    <dgm:cxn modelId="{7409512E-9EDA-CA42-8A4F-5B1F8EDBFFB9}" type="presOf" srcId="{8705B56F-415C-4C75-9529-4875F61C9016}" destId="{E5DC9ECC-ECAD-8342-B770-9C9BC1F282FF}" srcOrd="0" destOrd="0" presId="urn:microsoft.com/office/officeart/2016/7/layout/RepeatingBendingProcessNew"/>
    <dgm:cxn modelId="{898AB831-4500-7B4E-8158-9372411DFD87}" type="presOf" srcId="{B1842B80-B20B-44BC-B528-B8D315A66FCA}" destId="{5C7B81B8-A8D8-4B45-A8EF-3B041B1117D8}" srcOrd="0" destOrd="0" presId="urn:microsoft.com/office/officeart/2016/7/layout/RepeatingBendingProcessNew"/>
    <dgm:cxn modelId="{58297532-2D76-41FB-9B3F-EBC3F908E82A}" srcId="{65A9369D-5E9D-4605-A985-BDA67623A5C1}" destId="{CF80DBC9-A803-4D24-B2A8-8DC781D1145E}" srcOrd="11" destOrd="0" parTransId="{2537F1D5-8AA1-4778-9E70-7B71D01CCF2C}" sibTransId="{EC3B7010-CA6D-42E1-BA5F-17E3A3D230BD}"/>
    <dgm:cxn modelId="{B3FFEB33-6FCA-4B20-83A1-21F54BD48001}" srcId="{65A9369D-5E9D-4605-A985-BDA67623A5C1}" destId="{02CD0C76-86DD-45F7-BC74-52B1F6C568A2}" srcOrd="2" destOrd="0" parTransId="{53F4EC83-1984-448E-A3D8-EE4947B49F1B}" sibTransId="{87100473-440E-4EBD-88B1-C39FC59AC2B7}"/>
    <dgm:cxn modelId="{519EFA3E-3992-AF46-BA8E-AF4E293F719F}" type="presOf" srcId="{D0FF9363-7873-494F-A843-1465AEF760A5}" destId="{1507D5B9-B864-3549-9697-F3B48DCCB83A}" srcOrd="0" destOrd="0" presId="urn:microsoft.com/office/officeart/2016/7/layout/RepeatingBendingProcessNew"/>
    <dgm:cxn modelId="{CEEABB42-9E61-6247-A3A7-FA8C7B789294}" type="presOf" srcId="{B1842B80-B20B-44BC-B528-B8D315A66FCA}" destId="{061AB932-E9C6-D845-8C89-1A615FAA445F}" srcOrd="1" destOrd="0" presId="urn:microsoft.com/office/officeart/2016/7/layout/RepeatingBendingProcessNew"/>
    <dgm:cxn modelId="{919FA54E-DFA4-E848-9D48-B93CA658A065}" type="presOf" srcId="{0811334F-8E87-444B-AEA8-A9FBF43FE074}" destId="{23118F59-23DF-AC4C-80C5-781459A75C43}" srcOrd="0" destOrd="0" presId="urn:microsoft.com/office/officeart/2016/7/layout/RepeatingBendingProcessNew"/>
    <dgm:cxn modelId="{363C3450-E3DE-BC45-9DCB-01867349E9C1}" type="presOf" srcId="{7D71F954-AA93-4B3C-87E7-B8B79A09C6A2}" destId="{BE854D00-954B-5848-AB7A-67C674817498}" srcOrd="0" destOrd="0" presId="urn:microsoft.com/office/officeart/2016/7/layout/RepeatingBendingProcessNew"/>
    <dgm:cxn modelId="{97D24751-49D8-2244-9405-F41438D25ED4}" type="presOf" srcId="{492C4DF8-E58E-4ED6-8D4D-788B5670C31C}" destId="{8D27118E-589E-4342-A125-B4F1036536CF}" srcOrd="0" destOrd="0" presId="urn:microsoft.com/office/officeart/2016/7/layout/RepeatingBendingProcessNew"/>
    <dgm:cxn modelId="{F1FA8853-480C-7341-85A9-69048ED16176}" type="presOf" srcId="{492C4DF8-E58E-4ED6-8D4D-788B5670C31C}" destId="{B0F90EA6-ADD9-E84E-8B0E-81AF49A42E78}" srcOrd="1" destOrd="0" presId="urn:microsoft.com/office/officeart/2016/7/layout/RepeatingBendingProcessNew"/>
    <dgm:cxn modelId="{86C6095C-DC37-154F-82C7-054F5EEC5FDF}" type="presOf" srcId="{40B4DFFD-4731-4AF4-8428-2BD30FA94051}" destId="{A3909A12-1B49-4D4F-8847-1DB4F7B5F0F6}" srcOrd="0" destOrd="0" presId="urn:microsoft.com/office/officeart/2016/7/layout/RepeatingBendingProcessNew"/>
    <dgm:cxn modelId="{B883175E-FFE3-4987-A8B8-9A07EB844ACF}" srcId="{65A9369D-5E9D-4605-A985-BDA67623A5C1}" destId="{7D71F954-AA93-4B3C-87E7-B8B79A09C6A2}" srcOrd="3" destOrd="0" parTransId="{43E73BD5-22EB-4D99-994E-4F4753BB2B90}" sibTransId="{B6F9464F-3886-4FFA-AEBA-B6747EB6F801}"/>
    <dgm:cxn modelId="{8956DA6C-FC17-D349-B872-57D802BDBE56}" type="presOf" srcId="{EA44E4A7-17E2-4454-9192-B190F0D79E70}" destId="{2D78F7C1-17F7-EC4E-BDAD-18259CF49C08}" srcOrd="0" destOrd="0" presId="urn:microsoft.com/office/officeart/2016/7/layout/RepeatingBendingProcessNew"/>
    <dgm:cxn modelId="{239EFC71-857C-4ECA-9A29-0CDED037D90C}" srcId="{65A9369D-5E9D-4605-A985-BDA67623A5C1}" destId="{0811334F-8E87-444B-AEA8-A9FBF43FE074}" srcOrd="10" destOrd="0" parTransId="{E583BC50-3F8C-407E-8699-FC3BCDEFEF3D}" sibTransId="{CBB4DD9B-5760-461C-814B-AB488BACA854}"/>
    <dgm:cxn modelId="{6463CB77-BB5D-4E4D-AB2F-7C23751DD2EE}" type="presOf" srcId="{B0906065-874D-45C1-9D6F-DCA0D8E3E8B8}" destId="{3FCBB886-6E95-3342-AE9B-F93888F9BCC8}" srcOrd="0" destOrd="0" presId="urn:microsoft.com/office/officeart/2016/7/layout/RepeatingBendingProcessNew"/>
    <dgm:cxn modelId="{532ABE7D-F76C-4CE8-8613-ECC237DAA02D}" srcId="{65A9369D-5E9D-4605-A985-BDA67623A5C1}" destId="{40B4DFFD-4731-4AF4-8428-2BD30FA94051}" srcOrd="9" destOrd="0" parTransId="{361DD364-590A-4D0B-8A5A-D8B89AA59C13}" sibTransId="{B32A02A9-FC62-473F-858F-DC7071E5F825}"/>
    <dgm:cxn modelId="{474AF87E-1F35-4E4D-8322-5E201E9A36C7}" type="presOf" srcId="{CBB4DD9B-5760-461C-814B-AB488BACA854}" destId="{E2AC3265-A440-724A-8910-BC9ED0691B4B}" srcOrd="1" destOrd="0" presId="urn:microsoft.com/office/officeart/2016/7/layout/RepeatingBendingProcessNew"/>
    <dgm:cxn modelId="{D781E782-6FEC-5D49-8091-55F74397EAFB}" type="presOf" srcId="{449E34FB-8B80-4FF5-BD04-F10BD5B16624}" destId="{78DF9C51-53AA-4E4E-9C59-3E053F1B8FF6}" srcOrd="0" destOrd="0" presId="urn:microsoft.com/office/officeart/2016/7/layout/RepeatingBendingProcessNew"/>
    <dgm:cxn modelId="{2A5D6384-8E16-44FD-BFB9-6410FD5F1EB2}" srcId="{65A9369D-5E9D-4605-A985-BDA67623A5C1}" destId="{5C7A41BC-3881-4CA3-9BE4-07CF778E7F6C}" srcOrd="1" destOrd="0" parTransId="{A7C5E557-2EB0-40AD-BEC0-80A600767174}" sibTransId="{71A29FA8-C339-40F5-8C52-61F9EF053030}"/>
    <dgm:cxn modelId="{4BF78288-4A43-41CB-A3D0-378CF43C63E4}" srcId="{65A9369D-5E9D-4605-A985-BDA67623A5C1}" destId="{2033C620-9460-44AC-9531-505964465305}" srcOrd="8" destOrd="0" parTransId="{CD9D3DAB-C9CA-48B6-9567-0ADC11F4CAE5}" sibTransId="{84ACA21B-0557-4462-8BCD-5433CC80EB5B}"/>
    <dgm:cxn modelId="{80C3A089-EFE6-4F37-8A77-EBE6625AAEB1}" srcId="{65A9369D-5E9D-4605-A985-BDA67623A5C1}" destId="{8705B56F-415C-4C75-9529-4875F61C9016}" srcOrd="6" destOrd="0" parTransId="{65E0A341-CDB3-495F-9E19-5A08880B7458}" sibTransId="{449E34FB-8B80-4FF5-BD04-F10BD5B16624}"/>
    <dgm:cxn modelId="{0695F090-351E-894E-A63F-36E12B3CBB8B}" type="presOf" srcId="{EC3B7010-CA6D-42E1-BA5F-17E3A3D230BD}" destId="{82361A6B-705E-0A4B-BB28-47AFAD6C98EE}" srcOrd="1" destOrd="0" presId="urn:microsoft.com/office/officeart/2016/7/layout/RepeatingBendingProcessNew"/>
    <dgm:cxn modelId="{1A619D96-C265-3A40-83D9-296A717F25F6}" type="presOf" srcId="{B70D2C64-99EC-4E1D-BE08-3D7AC9338955}" destId="{04C35214-BA75-004E-AF10-1DAF25D54BF3}" srcOrd="0" destOrd="0" presId="urn:microsoft.com/office/officeart/2016/7/layout/RepeatingBendingProcessNew"/>
    <dgm:cxn modelId="{B399189A-6FCD-674D-A126-CDBB7DEAFADE}" type="presOf" srcId="{84ACA21B-0557-4462-8BCD-5433CC80EB5B}" destId="{851D67FD-56B0-5C4A-8ACE-1A30CE7EA3E3}" srcOrd="0" destOrd="0" presId="urn:microsoft.com/office/officeart/2016/7/layout/RepeatingBendingProcessNew"/>
    <dgm:cxn modelId="{550DDDA0-54B5-304A-BE3A-EDD786FB5CDF}" type="presOf" srcId="{71A29FA8-C339-40F5-8C52-61F9EF053030}" destId="{2C081925-1506-794E-8754-D9DC42852559}" srcOrd="1" destOrd="0" presId="urn:microsoft.com/office/officeart/2016/7/layout/RepeatingBendingProcessNew"/>
    <dgm:cxn modelId="{977860A4-D13A-4B53-9809-B9ED31C1AE62}" srcId="{65A9369D-5E9D-4605-A985-BDA67623A5C1}" destId="{B70D2C64-99EC-4E1D-BE08-3D7AC9338955}" srcOrd="12" destOrd="0" parTransId="{2F04B9E7-6EAD-4B07-9C40-A655160D7DBA}" sibTransId="{E8BC57E7-D2C0-4443-BBB8-333FCCDC6709}"/>
    <dgm:cxn modelId="{BE4965A7-4E99-7E40-9D02-70616BCEE2FA}" type="presOf" srcId="{CBB4DD9B-5760-461C-814B-AB488BACA854}" destId="{A8870A5A-CB6B-794E-99BF-E6D7643BB729}" srcOrd="0" destOrd="0" presId="urn:microsoft.com/office/officeart/2016/7/layout/RepeatingBendingProcessNew"/>
    <dgm:cxn modelId="{8EEB81A8-F38D-D14C-9208-74950F3B2E6C}" type="presOf" srcId="{71A29FA8-C339-40F5-8C52-61F9EF053030}" destId="{B71764BF-FD98-A748-997B-88ED76A8461F}" srcOrd="0" destOrd="0" presId="urn:microsoft.com/office/officeart/2016/7/layout/RepeatingBendingProcessNew"/>
    <dgm:cxn modelId="{3FB947A9-BC97-0F48-9532-7A1B396D0B7B}" type="presOf" srcId="{8E87775B-2455-43C0-AAA8-2917AB5B3FC4}" destId="{455AA46F-EBC2-5B46-8BDE-4E0C22631EED}" srcOrd="1" destOrd="0" presId="urn:microsoft.com/office/officeart/2016/7/layout/RepeatingBendingProcessNew"/>
    <dgm:cxn modelId="{F025E7BB-EF68-994B-9A25-4C4A30A34FB6}" type="presOf" srcId="{B6F9464F-3886-4FFA-AEBA-B6747EB6F801}" destId="{180B3FEE-8354-2F47-BA40-C77EBACB4F18}" srcOrd="0" destOrd="0" presId="urn:microsoft.com/office/officeart/2016/7/layout/RepeatingBendingProcessNew"/>
    <dgm:cxn modelId="{B9CA0CC3-25AA-4861-B7A9-E4721E93D6FC}" srcId="{65A9369D-5E9D-4605-A985-BDA67623A5C1}" destId="{D0FF9363-7873-494F-A843-1465AEF760A5}" srcOrd="5" destOrd="0" parTransId="{9929CDCF-7251-4261-8780-2B38AB5BA5FC}" sibTransId="{B1842B80-B20B-44BC-B528-B8D315A66FCA}"/>
    <dgm:cxn modelId="{95126AC3-008E-5147-BF4A-9F0FC39BA0BA}" type="presOf" srcId="{87100473-440E-4EBD-88B1-C39FC59AC2B7}" destId="{108B0C23-42C3-BF4C-8C09-CCD6EA5710E6}" srcOrd="1" destOrd="0" presId="urn:microsoft.com/office/officeart/2016/7/layout/RepeatingBendingProcessNew"/>
    <dgm:cxn modelId="{946B01C5-1D47-D84D-9C6D-A63D2D54D4E9}" type="presOf" srcId="{84ACA21B-0557-4462-8BCD-5433CC80EB5B}" destId="{94B6C338-4253-C844-AC4A-08E71B41CB31}" srcOrd="1" destOrd="0" presId="urn:microsoft.com/office/officeart/2016/7/layout/RepeatingBendingProcessNew"/>
    <dgm:cxn modelId="{591F0ACC-045C-BF4A-96C3-EDA6D7DBA14F}" type="presOf" srcId="{B32A02A9-FC62-473F-858F-DC7071E5F825}" destId="{211C745D-8546-8E46-9210-ED5CEB9B3283}" srcOrd="1" destOrd="0" presId="urn:microsoft.com/office/officeart/2016/7/layout/RepeatingBendingProcessNew"/>
    <dgm:cxn modelId="{1BDFC9D0-88C3-244D-8EA1-E9351E974D7D}" type="presOf" srcId="{8E87775B-2455-43C0-AAA8-2917AB5B3FC4}" destId="{5813936F-BB16-A945-9309-D831D7611317}" srcOrd="0" destOrd="0" presId="urn:microsoft.com/office/officeart/2016/7/layout/RepeatingBendingProcessNew"/>
    <dgm:cxn modelId="{F673D8D8-8CDA-EF44-AB56-C61DE9E753B0}" type="presOf" srcId="{2033C620-9460-44AC-9531-505964465305}" destId="{7A91D4FE-97B9-4F48-B1F6-9269E7039C79}" srcOrd="0" destOrd="0" presId="urn:microsoft.com/office/officeart/2016/7/layout/RepeatingBendingProcessNew"/>
    <dgm:cxn modelId="{410348D9-DC1E-344A-B44F-23D087853F7F}" type="presOf" srcId="{EC3B7010-CA6D-42E1-BA5F-17E3A3D230BD}" destId="{835429ED-B5DD-3143-8C80-65D205885518}" srcOrd="0" destOrd="0" presId="urn:microsoft.com/office/officeart/2016/7/layout/RepeatingBendingProcessNew"/>
    <dgm:cxn modelId="{C52F93DD-813E-C640-A29E-F095901E025D}" type="presOf" srcId="{CF80DBC9-A803-4D24-B2A8-8DC781D1145E}" destId="{9D0D6FE7-25AF-5D46-815E-0CD22FA90410}" srcOrd="0" destOrd="0" presId="urn:microsoft.com/office/officeart/2016/7/layout/RepeatingBendingProcessNew"/>
    <dgm:cxn modelId="{83B43DE0-882A-F841-9CF4-913A75269C7B}" type="presOf" srcId="{C9CE2FC0-E9EB-4B45-A843-15ACDCEF311A}" destId="{10B4F0C3-C942-3040-8458-8733E9BD708D}" srcOrd="0" destOrd="0" presId="urn:microsoft.com/office/officeart/2016/7/layout/RepeatingBendingProcessNew"/>
    <dgm:cxn modelId="{48AC20E4-1A50-FD42-905B-17C69F7C6807}" type="presOf" srcId="{B32A02A9-FC62-473F-858F-DC7071E5F825}" destId="{80EC91A3-5748-E243-A829-F60374D0AEF4}" srcOrd="0" destOrd="0" presId="urn:microsoft.com/office/officeart/2016/7/layout/RepeatingBendingProcessNew"/>
    <dgm:cxn modelId="{A519A7E9-D552-6246-BB39-C3672C4B6C0D}" type="presOf" srcId="{4E1691E5-E865-463D-9646-6875352E0677}" destId="{583FE7CD-4E63-3F4E-889A-B10856461BEE}" srcOrd="0" destOrd="0" presId="urn:microsoft.com/office/officeart/2016/7/layout/RepeatingBendingProcessNew"/>
    <dgm:cxn modelId="{FD4D79ED-5613-4C42-B9AB-A54CB86AC8D7}" type="presOf" srcId="{B0906065-874D-45C1-9D6F-DCA0D8E3E8B8}" destId="{682D5D6C-24CE-B742-A9B5-58E31A957FD2}" srcOrd="1" destOrd="0" presId="urn:microsoft.com/office/officeart/2016/7/layout/RepeatingBendingProcessNew"/>
    <dgm:cxn modelId="{E601FAF1-5AAA-384B-99D5-1DAB17A9C39D}" type="presOf" srcId="{5C7A41BC-3881-4CA3-9BE4-07CF778E7F6C}" destId="{8B28479B-CC84-EB4E-96AB-7D69D698F3D3}" srcOrd="0" destOrd="0" presId="urn:microsoft.com/office/officeart/2016/7/layout/RepeatingBendingProcessNew"/>
    <dgm:cxn modelId="{B3CFCAF2-03D4-BF4A-BE24-2818CA74B951}" type="presOf" srcId="{B6F9464F-3886-4FFA-AEBA-B6747EB6F801}" destId="{BF6BAB35-5B8B-8F46-B18C-24E433395A85}" srcOrd="1" destOrd="0" presId="urn:microsoft.com/office/officeart/2016/7/layout/RepeatingBendingProcessNew"/>
    <dgm:cxn modelId="{21A11CF5-7FDD-4061-8A8C-08B5928CD4EC}" srcId="{65A9369D-5E9D-4605-A985-BDA67623A5C1}" destId="{4E1691E5-E865-463D-9646-6875352E0677}" srcOrd="0" destOrd="0" parTransId="{06FB0B9D-832B-4B12-BCBA-EB8802772A91}" sibTransId="{B0906065-874D-45C1-9D6F-DCA0D8E3E8B8}"/>
    <dgm:cxn modelId="{F447A3F9-1273-0E48-A6D0-AD43504BFF6C}" type="presOf" srcId="{65A9369D-5E9D-4605-A985-BDA67623A5C1}" destId="{06298D96-27FE-0948-AA54-5B4D6C7776E6}" srcOrd="0" destOrd="0" presId="urn:microsoft.com/office/officeart/2016/7/layout/RepeatingBendingProcessNew"/>
    <dgm:cxn modelId="{8E7A4298-3950-8045-AF8C-0C44307EEA25}" type="presParOf" srcId="{06298D96-27FE-0948-AA54-5B4D6C7776E6}" destId="{583FE7CD-4E63-3F4E-889A-B10856461BEE}" srcOrd="0" destOrd="0" presId="urn:microsoft.com/office/officeart/2016/7/layout/RepeatingBendingProcessNew"/>
    <dgm:cxn modelId="{279B8B5A-14CF-4446-9034-4A4425509CC8}" type="presParOf" srcId="{06298D96-27FE-0948-AA54-5B4D6C7776E6}" destId="{3FCBB886-6E95-3342-AE9B-F93888F9BCC8}" srcOrd="1" destOrd="0" presId="urn:microsoft.com/office/officeart/2016/7/layout/RepeatingBendingProcessNew"/>
    <dgm:cxn modelId="{01A0974A-5460-424B-967D-5F90DCE10DA7}" type="presParOf" srcId="{3FCBB886-6E95-3342-AE9B-F93888F9BCC8}" destId="{682D5D6C-24CE-B742-A9B5-58E31A957FD2}" srcOrd="0" destOrd="0" presId="urn:microsoft.com/office/officeart/2016/7/layout/RepeatingBendingProcessNew"/>
    <dgm:cxn modelId="{124FF964-1D26-184D-B29F-151C081B2E74}" type="presParOf" srcId="{06298D96-27FE-0948-AA54-5B4D6C7776E6}" destId="{8B28479B-CC84-EB4E-96AB-7D69D698F3D3}" srcOrd="2" destOrd="0" presId="urn:microsoft.com/office/officeart/2016/7/layout/RepeatingBendingProcessNew"/>
    <dgm:cxn modelId="{5E291F38-7847-BF4D-ADE6-15C99BFAC3B4}" type="presParOf" srcId="{06298D96-27FE-0948-AA54-5B4D6C7776E6}" destId="{B71764BF-FD98-A748-997B-88ED76A8461F}" srcOrd="3" destOrd="0" presId="urn:microsoft.com/office/officeart/2016/7/layout/RepeatingBendingProcessNew"/>
    <dgm:cxn modelId="{8A202FA9-00B7-FA41-A12E-0B89BFEFA85F}" type="presParOf" srcId="{B71764BF-FD98-A748-997B-88ED76A8461F}" destId="{2C081925-1506-794E-8754-D9DC42852559}" srcOrd="0" destOrd="0" presId="urn:microsoft.com/office/officeart/2016/7/layout/RepeatingBendingProcessNew"/>
    <dgm:cxn modelId="{DC3CA922-F393-444A-9231-EE37847A6F81}" type="presParOf" srcId="{06298D96-27FE-0948-AA54-5B4D6C7776E6}" destId="{2E82F727-F783-F246-B5F5-602D8B74E1D7}" srcOrd="4" destOrd="0" presId="urn:microsoft.com/office/officeart/2016/7/layout/RepeatingBendingProcessNew"/>
    <dgm:cxn modelId="{0E3378ED-56FE-154C-8FCF-4272C4A8BFC0}" type="presParOf" srcId="{06298D96-27FE-0948-AA54-5B4D6C7776E6}" destId="{A309B2F8-2D13-9B4E-BBFD-1D58A9C1DDDE}" srcOrd="5" destOrd="0" presId="urn:microsoft.com/office/officeart/2016/7/layout/RepeatingBendingProcessNew"/>
    <dgm:cxn modelId="{259A50FC-D733-D641-BE52-49F24243DA9A}" type="presParOf" srcId="{A309B2F8-2D13-9B4E-BBFD-1D58A9C1DDDE}" destId="{108B0C23-42C3-BF4C-8C09-CCD6EA5710E6}" srcOrd="0" destOrd="0" presId="urn:microsoft.com/office/officeart/2016/7/layout/RepeatingBendingProcessNew"/>
    <dgm:cxn modelId="{B0D76B68-E835-E34E-8895-6E80B96DE262}" type="presParOf" srcId="{06298D96-27FE-0948-AA54-5B4D6C7776E6}" destId="{BE854D00-954B-5848-AB7A-67C674817498}" srcOrd="6" destOrd="0" presId="urn:microsoft.com/office/officeart/2016/7/layout/RepeatingBendingProcessNew"/>
    <dgm:cxn modelId="{391125DA-C834-5346-B680-D71CB51265B6}" type="presParOf" srcId="{06298D96-27FE-0948-AA54-5B4D6C7776E6}" destId="{180B3FEE-8354-2F47-BA40-C77EBACB4F18}" srcOrd="7" destOrd="0" presId="urn:microsoft.com/office/officeart/2016/7/layout/RepeatingBendingProcessNew"/>
    <dgm:cxn modelId="{0C59D172-DFFF-1B47-94B4-8DEC00C448F5}" type="presParOf" srcId="{180B3FEE-8354-2F47-BA40-C77EBACB4F18}" destId="{BF6BAB35-5B8B-8F46-B18C-24E433395A85}" srcOrd="0" destOrd="0" presId="urn:microsoft.com/office/officeart/2016/7/layout/RepeatingBendingProcessNew"/>
    <dgm:cxn modelId="{7C447333-7B51-1845-9B52-A55FCBA60B57}" type="presParOf" srcId="{06298D96-27FE-0948-AA54-5B4D6C7776E6}" destId="{10B4F0C3-C942-3040-8458-8733E9BD708D}" srcOrd="8" destOrd="0" presId="urn:microsoft.com/office/officeart/2016/7/layout/RepeatingBendingProcessNew"/>
    <dgm:cxn modelId="{8A863DCE-72B4-1A4C-9E5A-A182CE43A11A}" type="presParOf" srcId="{06298D96-27FE-0948-AA54-5B4D6C7776E6}" destId="{8D27118E-589E-4342-A125-B4F1036536CF}" srcOrd="9" destOrd="0" presId="urn:microsoft.com/office/officeart/2016/7/layout/RepeatingBendingProcessNew"/>
    <dgm:cxn modelId="{95E32998-A3FA-FC4D-9323-55893CC20656}" type="presParOf" srcId="{8D27118E-589E-4342-A125-B4F1036536CF}" destId="{B0F90EA6-ADD9-E84E-8B0E-81AF49A42E78}" srcOrd="0" destOrd="0" presId="urn:microsoft.com/office/officeart/2016/7/layout/RepeatingBendingProcessNew"/>
    <dgm:cxn modelId="{609336A5-D5DC-3546-9850-B3B8B07E5AD2}" type="presParOf" srcId="{06298D96-27FE-0948-AA54-5B4D6C7776E6}" destId="{1507D5B9-B864-3549-9697-F3B48DCCB83A}" srcOrd="10" destOrd="0" presId="urn:microsoft.com/office/officeart/2016/7/layout/RepeatingBendingProcessNew"/>
    <dgm:cxn modelId="{496F2E01-2CD3-C14D-BF72-71985CA1C4F8}" type="presParOf" srcId="{06298D96-27FE-0948-AA54-5B4D6C7776E6}" destId="{5C7B81B8-A8D8-4B45-A8EF-3B041B1117D8}" srcOrd="11" destOrd="0" presId="urn:microsoft.com/office/officeart/2016/7/layout/RepeatingBendingProcessNew"/>
    <dgm:cxn modelId="{622FD676-C854-3340-B1B6-444A4E432A8D}" type="presParOf" srcId="{5C7B81B8-A8D8-4B45-A8EF-3B041B1117D8}" destId="{061AB932-E9C6-D845-8C89-1A615FAA445F}" srcOrd="0" destOrd="0" presId="urn:microsoft.com/office/officeart/2016/7/layout/RepeatingBendingProcessNew"/>
    <dgm:cxn modelId="{C9142562-BD37-B24D-912C-1B150D5A4F74}" type="presParOf" srcId="{06298D96-27FE-0948-AA54-5B4D6C7776E6}" destId="{E5DC9ECC-ECAD-8342-B770-9C9BC1F282FF}" srcOrd="12" destOrd="0" presId="urn:microsoft.com/office/officeart/2016/7/layout/RepeatingBendingProcessNew"/>
    <dgm:cxn modelId="{CFCF779A-A1BB-6D46-86F6-D83CB4D5F698}" type="presParOf" srcId="{06298D96-27FE-0948-AA54-5B4D6C7776E6}" destId="{78DF9C51-53AA-4E4E-9C59-3E053F1B8FF6}" srcOrd="13" destOrd="0" presId="urn:microsoft.com/office/officeart/2016/7/layout/RepeatingBendingProcessNew"/>
    <dgm:cxn modelId="{AEA611D7-C5C4-C648-9274-DDAA25394E2C}" type="presParOf" srcId="{78DF9C51-53AA-4E4E-9C59-3E053F1B8FF6}" destId="{28A4C633-A1FD-9148-8EAB-85594AE0D5C9}" srcOrd="0" destOrd="0" presId="urn:microsoft.com/office/officeart/2016/7/layout/RepeatingBendingProcessNew"/>
    <dgm:cxn modelId="{EBA78EB4-A5C3-E749-A868-EE17154B94C8}" type="presParOf" srcId="{06298D96-27FE-0948-AA54-5B4D6C7776E6}" destId="{2D78F7C1-17F7-EC4E-BDAD-18259CF49C08}" srcOrd="14" destOrd="0" presId="urn:microsoft.com/office/officeart/2016/7/layout/RepeatingBendingProcessNew"/>
    <dgm:cxn modelId="{CE51E102-45CF-CE41-A8E4-511A741C3AEA}" type="presParOf" srcId="{06298D96-27FE-0948-AA54-5B4D6C7776E6}" destId="{5813936F-BB16-A945-9309-D831D7611317}" srcOrd="15" destOrd="0" presId="urn:microsoft.com/office/officeart/2016/7/layout/RepeatingBendingProcessNew"/>
    <dgm:cxn modelId="{D9258596-6948-4941-96D5-7BD0B0DAD899}" type="presParOf" srcId="{5813936F-BB16-A945-9309-D831D7611317}" destId="{455AA46F-EBC2-5B46-8BDE-4E0C22631EED}" srcOrd="0" destOrd="0" presId="urn:microsoft.com/office/officeart/2016/7/layout/RepeatingBendingProcessNew"/>
    <dgm:cxn modelId="{C2126E53-7CA9-7542-828F-2C216EE2F067}" type="presParOf" srcId="{06298D96-27FE-0948-AA54-5B4D6C7776E6}" destId="{7A91D4FE-97B9-4F48-B1F6-9269E7039C79}" srcOrd="16" destOrd="0" presId="urn:microsoft.com/office/officeart/2016/7/layout/RepeatingBendingProcessNew"/>
    <dgm:cxn modelId="{1201ECA4-5CA1-5441-81C5-4EDB260D2606}" type="presParOf" srcId="{06298D96-27FE-0948-AA54-5B4D6C7776E6}" destId="{851D67FD-56B0-5C4A-8ACE-1A30CE7EA3E3}" srcOrd="17" destOrd="0" presId="urn:microsoft.com/office/officeart/2016/7/layout/RepeatingBendingProcessNew"/>
    <dgm:cxn modelId="{E1C246ED-5EE2-8C4C-B8F4-25060B5FCE30}" type="presParOf" srcId="{851D67FD-56B0-5C4A-8ACE-1A30CE7EA3E3}" destId="{94B6C338-4253-C844-AC4A-08E71B41CB31}" srcOrd="0" destOrd="0" presId="urn:microsoft.com/office/officeart/2016/7/layout/RepeatingBendingProcessNew"/>
    <dgm:cxn modelId="{F19C3F17-CA54-6047-A644-309BEF67A424}" type="presParOf" srcId="{06298D96-27FE-0948-AA54-5B4D6C7776E6}" destId="{A3909A12-1B49-4D4F-8847-1DB4F7B5F0F6}" srcOrd="18" destOrd="0" presId="urn:microsoft.com/office/officeart/2016/7/layout/RepeatingBendingProcessNew"/>
    <dgm:cxn modelId="{1AD62787-84A9-184D-962A-12D2051DBA08}" type="presParOf" srcId="{06298D96-27FE-0948-AA54-5B4D6C7776E6}" destId="{80EC91A3-5748-E243-A829-F60374D0AEF4}" srcOrd="19" destOrd="0" presId="urn:microsoft.com/office/officeart/2016/7/layout/RepeatingBendingProcessNew"/>
    <dgm:cxn modelId="{A5DF52B1-DF3F-3441-9FAA-A5D6566B8EF0}" type="presParOf" srcId="{80EC91A3-5748-E243-A829-F60374D0AEF4}" destId="{211C745D-8546-8E46-9210-ED5CEB9B3283}" srcOrd="0" destOrd="0" presId="urn:microsoft.com/office/officeart/2016/7/layout/RepeatingBendingProcessNew"/>
    <dgm:cxn modelId="{6F69D5C4-96CB-AC4F-A1FF-1FA556B8A727}" type="presParOf" srcId="{06298D96-27FE-0948-AA54-5B4D6C7776E6}" destId="{23118F59-23DF-AC4C-80C5-781459A75C43}" srcOrd="20" destOrd="0" presId="urn:microsoft.com/office/officeart/2016/7/layout/RepeatingBendingProcessNew"/>
    <dgm:cxn modelId="{8EAFCBD8-7D1C-4D42-97B4-F634CCA95079}" type="presParOf" srcId="{06298D96-27FE-0948-AA54-5B4D6C7776E6}" destId="{A8870A5A-CB6B-794E-99BF-E6D7643BB729}" srcOrd="21" destOrd="0" presId="urn:microsoft.com/office/officeart/2016/7/layout/RepeatingBendingProcessNew"/>
    <dgm:cxn modelId="{11E73423-9D97-EE44-A3B5-1A5A6550FDCD}" type="presParOf" srcId="{A8870A5A-CB6B-794E-99BF-E6D7643BB729}" destId="{E2AC3265-A440-724A-8910-BC9ED0691B4B}" srcOrd="0" destOrd="0" presId="urn:microsoft.com/office/officeart/2016/7/layout/RepeatingBendingProcessNew"/>
    <dgm:cxn modelId="{D8F86388-7579-2E49-9BAD-3EF2280D9E87}" type="presParOf" srcId="{06298D96-27FE-0948-AA54-5B4D6C7776E6}" destId="{9D0D6FE7-25AF-5D46-815E-0CD22FA90410}" srcOrd="22" destOrd="0" presId="urn:microsoft.com/office/officeart/2016/7/layout/RepeatingBendingProcessNew"/>
    <dgm:cxn modelId="{6C1DE8FD-E31F-DF4B-821D-4209AC2B5B2D}" type="presParOf" srcId="{06298D96-27FE-0948-AA54-5B4D6C7776E6}" destId="{835429ED-B5DD-3143-8C80-65D205885518}" srcOrd="23" destOrd="0" presId="urn:microsoft.com/office/officeart/2016/7/layout/RepeatingBendingProcessNew"/>
    <dgm:cxn modelId="{D88822D5-2AEE-0F4F-BFBA-5ECACA1DDA60}" type="presParOf" srcId="{835429ED-B5DD-3143-8C80-65D205885518}" destId="{82361A6B-705E-0A4B-BB28-47AFAD6C98EE}" srcOrd="0" destOrd="0" presId="urn:microsoft.com/office/officeart/2016/7/layout/RepeatingBendingProcessNew"/>
    <dgm:cxn modelId="{4CDACE7E-1C54-7847-9D98-58277290221C}" type="presParOf" srcId="{06298D96-27FE-0948-AA54-5B4D6C7776E6}" destId="{04C35214-BA75-004E-AF10-1DAF25D54BF3}" srcOrd="2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2218C6-6CE1-4413-B077-3BE874E361B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07E843-E543-4E69-B4F6-877065F08411}">
      <dgm:prSet/>
      <dgm:spPr/>
      <dgm:t>
        <a:bodyPr/>
        <a:lstStyle/>
        <a:p>
          <a:r>
            <a:rPr lang="en-CA"/>
            <a:t>• </a:t>
          </a:r>
          <a:r>
            <a:rPr lang="en-CA" b="1"/>
            <a:t>Purpose</a:t>
          </a:r>
          <a:r>
            <a:rPr lang="en-CA"/>
            <a:t>: Explore longer-term patterns (weekly, monthly, quarterly) and compare hospitals side by side.</a:t>
          </a:r>
          <a:endParaRPr lang="en-US"/>
        </a:p>
      </dgm:t>
    </dgm:pt>
    <dgm:pt modelId="{F80EE3C4-E71B-4B47-9F9E-0F876E90414C}" type="parTrans" cxnId="{C78529C5-3CB9-4105-8FF1-B83F188FBAB4}">
      <dgm:prSet/>
      <dgm:spPr/>
      <dgm:t>
        <a:bodyPr/>
        <a:lstStyle/>
        <a:p>
          <a:endParaRPr lang="en-US"/>
        </a:p>
      </dgm:t>
    </dgm:pt>
    <dgm:pt modelId="{637EFC0C-6935-4F00-8336-4A190EE098C8}" type="sibTrans" cxnId="{C78529C5-3CB9-4105-8FF1-B83F188FBAB4}">
      <dgm:prSet/>
      <dgm:spPr/>
      <dgm:t>
        <a:bodyPr/>
        <a:lstStyle/>
        <a:p>
          <a:endParaRPr lang="en-US"/>
        </a:p>
      </dgm:t>
    </dgm:pt>
    <dgm:pt modelId="{6B1EEFA6-F821-4A7D-99BF-E2C2D519F534}">
      <dgm:prSet/>
      <dgm:spPr/>
      <dgm:t>
        <a:bodyPr/>
        <a:lstStyle/>
        <a:p>
          <a:r>
            <a:rPr lang="en-CA"/>
            <a:t>• </a:t>
          </a:r>
          <a:r>
            <a:rPr lang="en-CA" b="1"/>
            <a:t>Weekly Admissions vs Discharges</a:t>
          </a:r>
          <a:r>
            <a:rPr lang="en-CA"/>
            <a:t>: Multi-line chart to see capacity changes over time.</a:t>
          </a:r>
          <a:endParaRPr lang="en-US"/>
        </a:p>
      </dgm:t>
    </dgm:pt>
    <dgm:pt modelId="{FEFD692F-6BDA-43A6-9E0F-6AE50069ECD2}" type="parTrans" cxnId="{972AE936-E607-4DD1-8790-2A266B9D2833}">
      <dgm:prSet/>
      <dgm:spPr/>
      <dgm:t>
        <a:bodyPr/>
        <a:lstStyle/>
        <a:p>
          <a:endParaRPr lang="en-US"/>
        </a:p>
      </dgm:t>
    </dgm:pt>
    <dgm:pt modelId="{5F94C3E6-6233-46B3-877A-4DCF4A0F7B15}" type="sibTrans" cxnId="{972AE936-E607-4DD1-8790-2A266B9D2833}">
      <dgm:prSet/>
      <dgm:spPr/>
      <dgm:t>
        <a:bodyPr/>
        <a:lstStyle/>
        <a:p>
          <a:endParaRPr lang="en-US"/>
        </a:p>
      </dgm:t>
    </dgm:pt>
    <dgm:pt modelId="{2FD93667-18A9-46B3-A4FD-001436B7280F}">
      <dgm:prSet/>
      <dgm:spPr/>
      <dgm:t>
        <a:bodyPr/>
        <a:lstStyle/>
        <a:p>
          <a:r>
            <a:rPr lang="en-CA"/>
            <a:t>• </a:t>
          </a:r>
          <a:r>
            <a:rPr lang="en-CA" b="1"/>
            <a:t>Emergency Admissions</a:t>
          </a:r>
          <a:r>
            <a:rPr lang="en-CA"/>
            <a:t>: Weekly bar chart revealing potential surges.</a:t>
          </a:r>
          <a:endParaRPr lang="en-US"/>
        </a:p>
      </dgm:t>
    </dgm:pt>
    <dgm:pt modelId="{55C6577B-5E56-46F1-A356-D1AB71A1D45A}" type="parTrans" cxnId="{7D924E2D-449C-4146-814E-9A1EF1917B84}">
      <dgm:prSet/>
      <dgm:spPr/>
      <dgm:t>
        <a:bodyPr/>
        <a:lstStyle/>
        <a:p>
          <a:endParaRPr lang="en-US"/>
        </a:p>
      </dgm:t>
    </dgm:pt>
    <dgm:pt modelId="{8033DED2-3A43-43DC-BCCB-818F650388DD}" type="sibTrans" cxnId="{7D924E2D-449C-4146-814E-9A1EF1917B84}">
      <dgm:prSet/>
      <dgm:spPr/>
      <dgm:t>
        <a:bodyPr/>
        <a:lstStyle/>
        <a:p>
          <a:endParaRPr lang="en-US"/>
        </a:p>
      </dgm:t>
    </dgm:pt>
    <dgm:pt modelId="{A41830AA-7CEE-445B-A722-27197E90D6A6}">
      <dgm:prSet/>
      <dgm:spPr/>
      <dgm:t>
        <a:bodyPr/>
        <a:lstStyle/>
        <a:p>
          <a:r>
            <a:rPr lang="en-CA"/>
            <a:t>• </a:t>
          </a:r>
          <a:r>
            <a:rPr lang="en-CA" b="1"/>
            <a:t>ALOS (Avg Length of Stay) Trend</a:t>
          </a:r>
          <a:r>
            <a:rPr lang="en-CA"/>
            <a:t>: Evaluate efficiency over months.</a:t>
          </a:r>
          <a:endParaRPr lang="en-US"/>
        </a:p>
      </dgm:t>
    </dgm:pt>
    <dgm:pt modelId="{65C1476B-D55A-4A88-BCE6-26F7450F5107}" type="parTrans" cxnId="{723E330C-19C2-4FFF-80F3-E8CCA45846A8}">
      <dgm:prSet/>
      <dgm:spPr/>
      <dgm:t>
        <a:bodyPr/>
        <a:lstStyle/>
        <a:p>
          <a:endParaRPr lang="en-US"/>
        </a:p>
      </dgm:t>
    </dgm:pt>
    <dgm:pt modelId="{47155CEC-61E3-446F-A4FF-A7EA59FB676D}" type="sibTrans" cxnId="{723E330C-19C2-4FFF-80F3-E8CCA45846A8}">
      <dgm:prSet/>
      <dgm:spPr/>
      <dgm:t>
        <a:bodyPr/>
        <a:lstStyle/>
        <a:p>
          <a:endParaRPr lang="en-US"/>
        </a:p>
      </dgm:t>
    </dgm:pt>
    <dgm:pt modelId="{FEAA235B-7BAB-4D73-90F7-B58F67AFE3D2}">
      <dgm:prSet/>
      <dgm:spPr/>
      <dgm:t>
        <a:bodyPr/>
        <a:lstStyle/>
        <a:p>
          <a:r>
            <a:rPr lang="en-CA"/>
            <a:t>• </a:t>
          </a:r>
          <a:r>
            <a:rPr lang="en-CA" b="1"/>
            <a:t>Quarterly Transfers</a:t>
          </a:r>
          <a:r>
            <a:rPr lang="en-CA"/>
            <a:t>: Spot facility transfers to manage resources.</a:t>
          </a:r>
          <a:endParaRPr lang="en-US"/>
        </a:p>
      </dgm:t>
    </dgm:pt>
    <dgm:pt modelId="{3AF265E4-C4FE-4455-86A1-106011474559}" type="parTrans" cxnId="{45C5FDFD-7CBC-4F71-900A-FE744C921F0C}">
      <dgm:prSet/>
      <dgm:spPr/>
      <dgm:t>
        <a:bodyPr/>
        <a:lstStyle/>
        <a:p>
          <a:endParaRPr lang="en-US"/>
        </a:p>
      </dgm:t>
    </dgm:pt>
    <dgm:pt modelId="{04529A23-C0B4-4154-88AC-E6E965024E6A}" type="sibTrans" cxnId="{45C5FDFD-7CBC-4F71-900A-FE744C921F0C}">
      <dgm:prSet/>
      <dgm:spPr/>
      <dgm:t>
        <a:bodyPr/>
        <a:lstStyle/>
        <a:p>
          <a:endParaRPr lang="en-US"/>
        </a:p>
      </dgm:t>
    </dgm:pt>
    <dgm:pt modelId="{2DE6F790-EDE2-4E66-8027-AC91D9126C28}">
      <dgm:prSet/>
      <dgm:spPr/>
      <dgm:t>
        <a:bodyPr/>
        <a:lstStyle/>
        <a:p>
          <a:r>
            <a:rPr lang="en-CA"/>
            <a:t>• </a:t>
          </a:r>
          <a:r>
            <a:rPr lang="en-CA" b="1"/>
            <a:t>Multi-Hospital Comparison</a:t>
          </a:r>
          <a:r>
            <a:rPr lang="en-CA"/>
            <a:t>: Current month stats for each hospital side by side.</a:t>
          </a:r>
          <a:endParaRPr lang="en-US"/>
        </a:p>
      </dgm:t>
    </dgm:pt>
    <dgm:pt modelId="{18B98F77-2BED-4AC2-8F91-211376758899}" type="parTrans" cxnId="{504FF018-FC62-495A-8E8A-CB4E858F6EF8}">
      <dgm:prSet/>
      <dgm:spPr/>
      <dgm:t>
        <a:bodyPr/>
        <a:lstStyle/>
        <a:p>
          <a:endParaRPr lang="en-US"/>
        </a:p>
      </dgm:t>
    </dgm:pt>
    <dgm:pt modelId="{E26ED4EE-D6C3-4961-B2C2-01C3E14C056D}" type="sibTrans" cxnId="{504FF018-FC62-495A-8E8A-CB4E858F6EF8}">
      <dgm:prSet/>
      <dgm:spPr/>
      <dgm:t>
        <a:bodyPr/>
        <a:lstStyle/>
        <a:p>
          <a:endParaRPr lang="en-US"/>
        </a:p>
      </dgm:t>
    </dgm:pt>
    <dgm:pt modelId="{DCA791BF-E531-4D4B-B314-8EF109BB73BE}">
      <dgm:prSet/>
      <dgm:spPr/>
      <dgm:t>
        <a:bodyPr/>
        <a:lstStyle/>
        <a:p>
          <a:r>
            <a:rPr lang="en-CA" b="1"/>
            <a:t>Grafana Usage</a:t>
          </a:r>
          <a:endParaRPr lang="en-US"/>
        </a:p>
      </dgm:t>
    </dgm:pt>
    <dgm:pt modelId="{1943A4D5-2BAF-4CF0-BB42-38F1D37E9FF9}" type="parTrans" cxnId="{0E8F9999-DAB1-4AE2-9D39-746D8A9F52F8}">
      <dgm:prSet/>
      <dgm:spPr/>
      <dgm:t>
        <a:bodyPr/>
        <a:lstStyle/>
        <a:p>
          <a:endParaRPr lang="en-US"/>
        </a:p>
      </dgm:t>
    </dgm:pt>
    <dgm:pt modelId="{631F0FED-9A5A-4CCC-AEFF-5FC8724A9A61}" type="sibTrans" cxnId="{0E8F9999-DAB1-4AE2-9D39-746D8A9F52F8}">
      <dgm:prSet/>
      <dgm:spPr/>
      <dgm:t>
        <a:bodyPr/>
        <a:lstStyle/>
        <a:p>
          <a:endParaRPr lang="en-US"/>
        </a:p>
      </dgm:t>
    </dgm:pt>
    <dgm:pt modelId="{30509CF2-42E9-418D-A147-ECA0AA9DB9C3}">
      <dgm:prSet/>
      <dgm:spPr/>
      <dgm:t>
        <a:bodyPr/>
        <a:lstStyle/>
        <a:p>
          <a:r>
            <a:rPr lang="en-CA"/>
            <a:t>• </a:t>
          </a:r>
          <a:r>
            <a:rPr lang="en-CA" b="1"/>
            <a:t>Line charts</a:t>
          </a:r>
          <a:r>
            <a:rPr lang="en-CA"/>
            <a:t> for weekly admissions/discharges: easy to see capacity fluctuations.</a:t>
          </a:r>
          <a:endParaRPr lang="en-US"/>
        </a:p>
      </dgm:t>
    </dgm:pt>
    <dgm:pt modelId="{6AA76D78-F3B1-4B4E-AC94-FAE41E01310A}" type="parTrans" cxnId="{4424A399-4531-4578-AE41-822A6E087BC2}">
      <dgm:prSet/>
      <dgm:spPr/>
      <dgm:t>
        <a:bodyPr/>
        <a:lstStyle/>
        <a:p>
          <a:endParaRPr lang="en-US"/>
        </a:p>
      </dgm:t>
    </dgm:pt>
    <dgm:pt modelId="{497EEA77-AEE3-4AD0-8F8F-7F63D64D42EF}" type="sibTrans" cxnId="{4424A399-4531-4578-AE41-822A6E087BC2}">
      <dgm:prSet/>
      <dgm:spPr/>
      <dgm:t>
        <a:bodyPr/>
        <a:lstStyle/>
        <a:p>
          <a:endParaRPr lang="en-US"/>
        </a:p>
      </dgm:t>
    </dgm:pt>
    <dgm:pt modelId="{9427B882-AD1E-4C6B-8688-1554D6E1993B}">
      <dgm:prSet/>
      <dgm:spPr/>
      <dgm:t>
        <a:bodyPr/>
        <a:lstStyle/>
        <a:p>
          <a:r>
            <a:rPr lang="en-CA"/>
            <a:t>• </a:t>
          </a:r>
          <a:r>
            <a:rPr lang="en-CA" b="1"/>
            <a:t>Bar</a:t>
          </a:r>
          <a:r>
            <a:rPr lang="en-CA"/>
            <a:t> or </a:t>
          </a:r>
          <a:r>
            <a:rPr lang="en-CA" b="1"/>
            <a:t>stat</a:t>
          </a:r>
          <a:r>
            <a:rPr lang="en-CA"/>
            <a:t> panels for weekly emergency admissions.</a:t>
          </a:r>
          <a:endParaRPr lang="en-US"/>
        </a:p>
      </dgm:t>
    </dgm:pt>
    <dgm:pt modelId="{29436940-1042-4955-A914-A4A315017648}" type="parTrans" cxnId="{A90E3475-E906-4783-A095-5FD49FC88A40}">
      <dgm:prSet/>
      <dgm:spPr/>
      <dgm:t>
        <a:bodyPr/>
        <a:lstStyle/>
        <a:p>
          <a:endParaRPr lang="en-US"/>
        </a:p>
      </dgm:t>
    </dgm:pt>
    <dgm:pt modelId="{B750B691-636F-499A-979B-15278574589B}" type="sibTrans" cxnId="{A90E3475-E906-4783-A095-5FD49FC88A40}">
      <dgm:prSet/>
      <dgm:spPr/>
      <dgm:t>
        <a:bodyPr/>
        <a:lstStyle/>
        <a:p>
          <a:endParaRPr lang="en-US"/>
        </a:p>
      </dgm:t>
    </dgm:pt>
    <dgm:pt modelId="{A1B93045-57C6-462F-BE84-69561C692576}">
      <dgm:prSet/>
      <dgm:spPr/>
      <dgm:t>
        <a:bodyPr/>
        <a:lstStyle/>
        <a:p>
          <a:r>
            <a:rPr lang="en-CA"/>
            <a:t>• </a:t>
          </a:r>
          <a:r>
            <a:rPr lang="en-CA" b="1"/>
            <a:t>Time-shift</a:t>
          </a:r>
          <a:r>
            <a:rPr lang="en-CA"/>
            <a:t> features in Grafana (e.g., -1M, -25d) let us compare the same metric across different date ranges on one chart.</a:t>
          </a:r>
          <a:endParaRPr lang="en-US"/>
        </a:p>
      </dgm:t>
    </dgm:pt>
    <dgm:pt modelId="{C5FEE4C5-BFB6-45F6-83C4-55F0AB1B817E}" type="parTrans" cxnId="{8C3DD5D3-7A8A-4224-B489-54046872BE8B}">
      <dgm:prSet/>
      <dgm:spPr/>
      <dgm:t>
        <a:bodyPr/>
        <a:lstStyle/>
        <a:p>
          <a:endParaRPr lang="en-US"/>
        </a:p>
      </dgm:t>
    </dgm:pt>
    <dgm:pt modelId="{0C7DD3C3-2EF9-424A-9EE8-A3F9665D7CAA}" type="sibTrans" cxnId="{8C3DD5D3-7A8A-4224-B489-54046872BE8B}">
      <dgm:prSet/>
      <dgm:spPr/>
      <dgm:t>
        <a:bodyPr/>
        <a:lstStyle/>
        <a:p>
          <a:endParaRPr lang="en-US"/>
        </a:p>
      </dgm:t>
    </dgm:pt>
    <dgm:pt modelId="{6C8E5531-F87B-4A24-A6C9-A6E3D50F73F2}">
      <dgm:prSet/>
      <dgm:spPr/>
      <dgm:t>
        <a:bodyPr/>
        <a:lstStyle/>
        <a:p>
          <a:r>
            <a:rPr lang="en-CA" b="1"/>
            <a:t>Value to Stakeholders</a:t>
          </a:r>
          <a:endParaRPr lang="en-US"/>
        </a:p>
      </dgm:t>
    </dgm:pt>
    <dgm:pt modelId="{13DA6C22-812E-4976-A7E3-742A4D93AB5D}" type="parTrans" cxnId="{F6ED465E-DBAD-415D-8807-6081ADAFF208}">
      <dgm:prSet/>
      <dgm:spPr/>
      <dgm:t>
        <a:bodyPr/>
        <a:lstStyle/>
        <a:p>
          <a:endParaRPr lang="en-US"/>
        </a:p>
      </dgm:t>
    </dgm:pt>
    <dgm:pt modelId="{825A4875-1369-454E-AC8E-FF6FCC1DEAA4}" type="sibTrans" cxnId="{F6ED465E-DBAD-415D-8807-6081ADAFF208}">
      <dgm:prSet/>
      <dgm:spPr/>
      <dgm:t>
        <a:bodyPr/>
        <a:lstStyle/>
        <a:p>
          <a:endParaRPr lang="en-US"/>
        </a:p>
      </dgm:t>
    </dgm:pt>
    <dgm:pt modelId="{83E73F66-94AA-446B-9497-9C9C6DB24722}">
      <dgm:prSet/>
      <dgm:spPr/>
      <dgm:t>
        <a:bodyPr/>
        <a:lstStyle/>
        <a:p>
          <a:r>
            <a:rPr lang="en-CA"/>
            <a:t>• </a:t>
          </a:r>
          <a:r>
            <a:rPr lang="en-CA" b="1"/>
            <a:t>Operations teams</a:t>
          </a:r>
          <a:r>
            <a:rPr lang="en-CA"/>
            <a:t> can spot if certain weeks consistently run higher on discharges vs admissions.</a:t>
          </a:r>
          <a:endParaRPr lang="en-US"/>
        </a:p>
      </dgm:t>
    </dgm:pt>
    <dgm:pt modelId="{0BBB164C-491F-4CD2-8AD4-E9DA2DB20C8C}" type="parTrans" cxnId="{7DADB301-1274-45AC-BE02-902EBA7D141A}">
      <dgm:prSet/>
      <dgm:spPr/>
      <dgm:t>
        <a:bodyPr/>
        <a:lstStyle/>
        <a:p>
          <a:endParaRPr lang="en-US"/>
        </a:p>
      </dgm:t>
    </dgm:pt>
    <dgm:pt modelId="{BD8F1D2B-3AA5-4086-A72E-A6AF7BBF8018}" type="sibTrans" cxnId="{7DADB301-1274-45AC-BE02-902EBA7D141A}">
      <dgm:prSet/>
      <dgm:spPr/>
      <dgm:t>
        <a:bodyPr/>
        <a:lstStyle/>
        <a:p>
          <a:endParaRPr lang="en-US"/>
        </a:p>
      </dgm:t>
    </dgm:pt>
    <dgm:pt modelId="{DE8ACEB7-E75C-4E4D-BFCB-D5C5A0E510ED}">
      <dgm:prSet/>
      <dgm:spPr/>
      <dgm:t>
        <a:bodyPr/>
        <a:lstStyle/>
        <a:p>
          <a:r>
            <a:rPr lang="en-CA"/>
            <a:t>• </a:t>
          </a:r>
          <a:r>
            <a:rPr lang="en-CA" b="1"/>
            <a:t>Management</a:t>
          </a:r>
          <a:r>
            <a:rPr lang="en-CA"/>
            <a:t> can track the average length of stay (ALOS) monthly—important for resource planning.</a:t>
          </a:r>
          <a:endParaRPr lang="en-US"/>
        </a:p>
      </dgm:t>
    </dgm:pt>
    <dgm:pt modelId="{CBD3C083-DD30-4784-80A7-53A795B20126}" type="parTrans" cxnId="{EBA3D7F5-98FD-4EB4-8749-B90AB7D97038}">
      <dgm:prSet/>
      <dgm:spPr/>
      <dgm:t>
        <a:bodyPr/>
        <a:lstStyle/>
        <a:p>
          <a:endParaRPr lang="en-US"/>
        </a:p>
      </dgm:t>
    </dgm:pt>
    <dgm:pt modelId="{49128761-27D6-412E-AC9A-FDBEE8E0AF3D}" type="sibTrans" cxnId="{EBA3D7F5-98FD-4EB4-8749-B90AB7D97038}">
      <dgm:prSet/>
      <dgm:spPr/>
      <dgm:t>
        <a:bodyPr/>
        <a:lstStyle/>
        <a:p>
          <a:endParaRPr lang="en-US"/>
        </a:p>
      </dgm:t>
    </dgm:pt>
    <dgm:pt modelId="{6AC3B599-4DEA-4D32-B3B0-0591B5A0F55E}">
      <dgm:prSet/>
      <dgm:spPr/>
      <dgm:t>
        <a:bodyPr/>
        <a:lstStyle/>
        <a:p>
          <a:r>
            <a:rPr lang="en-CA"/>
            <a:t>• </a:t>
          </a:r>
          <a:r>
            <a:rPr lang="en-CA" b="1"/>
            <a:t>Hospital chain executives</a:t>
          </a:r>
          <a:r>
            <a:rPr lang="en-CA"/>
            <a:t> see how each facility is performing (admitted, discharged, emergency counts, etc.) to allocate budgets or shift resources.</a:t>
          </a:r>
          <a:endParaRPr lang="en-US"/>
        </a:p>
      </dgm:t>
    </dgm:pt>
    <dgm:pt modelId="{2AE09326-65A2-4032-A727-09CA09B48007}" type="parTrans" cxnId="{73683861-9BA6-43F8-95FB-5F503FA6B449}">
      <dgm:prSet/>
      <dgm:spPr/>
      <dgm:t>
        <a:bodyPr/>
        <a:lstStyle/>
        <a:p>
          <a:endParaRPr lang="en-US"/>
        </a:p>
      </dgm:t>
    </dgm:pt>
    <dgm:pt modelId="{543D8A27-2CDA-4EBF-A866-393CA7ABF1BB}" type="sibTrans" cxnId="{73683861-9BA6-43F8-95FB-5F503FA6B449}">
      <dgm:prSet/>
      <dgm:spPr/>
      <dgm:t>
        <a:bodyPr/>
        <a:lstStyle/>
        <a:p>
          <a:endParaRPr lang="en-US"/>
        </a:p>
      </dgm:t>
    </dgm:pt>
    <dgm:pt modelId="{F1E1E1FC-E78E-2F4F-BF1D-69B44502AACF}" type="pres">
      <dgm:prSet presAssocID="{EB2218C6-6CE1-4413-B077-3BE874E361B1}" presName="Name0" presStyleCnt="0">
        <dgm:presLayoutVars>
          <dgm:dir/>
          <dgm:resizeHandles val="exact"/>
        </dgm:presLayoutVars>
      </dgm:prSet>
      <dgm:spPr/>
    </dgm:pt>
    <dgm:pt modelId="{ADFAED43-118C-2F4A-ADA2-CE999827AB73}" type="pres">
      <dgm:prSet presAssocID="{8007E843-E543-4E69-B4F6-877065F08411}" presName="node" presStyleLbl="node1" presStyleIdx="0" presStyleCnt="14">
        <dgm:presLayoutVars>
          <dgm:bulletEnabled val="1"/>
        </dgm:presLayoutVars>
      </dgm:prSet>
      <dgm:spPr/>
    </dgm:pt>
    <dgm:pt modelId="{C5892D33-C659-164E-B335-FE64B1EF0261}" type="pres">
      <dgm:prSet presAssocID="{637EFC0C-6935-4F00-8336-4A190EE098C8}" presName="sibTrans" presStyleLbl="sibTrans1D1" presStyleIdx="0" presStyleCnt="13"/>
      <dgm:spPr/>
    </dgm:pt>
    <dgm:pt modelId="{3C0263D1-B23D-2E4B-9C85-4ACA9BC39739}" type="pres">
      <dgm:prSet presAssocID="{637EFC0C-6935-4F00-8336-4A190EE098C8}" presName="connectorText" presStyleLbl="sibTrans1D1" presStyleIdx="0" presStyleCnt="13"/>
      <dgm:spPr/>
    </dgm:pt>
    <dgm:pt modelId="{21B05E18-92D8-3C45-9CC7-B89F25B43642}" type="pres">
      <dgm:prSet presAssocID="{6B1EEFA6-F821-4A7D-99BF-E2C2D519F534}" presName="node" presStyleLbl="node1" presStyleIdx="1" presStyleCnt="14">
        <dgm:presLayoutVars>
          <dgm:bulletEnabled val="1"/>
        </dgm:presLayoutVars>
      </dgm:prSet>
      <dgm:spPr/>
    </dgm:pt>
    <dgm:pt modelId="{6D9752B2-9A61-BE41-80BD-B61880B61981}" type="pres">
      <dgm:prSet presAssocID="{5F94C3E6-6233-46B3-877A-4DCF4A0F7B15}" presName="sibTrans" presStyleLbl="sibTrans1D1" presStyleIdx="1" presStyleCnt="13"/>
      <dgm:spPr/>
    </dgm:pt>
    <dgm:pt modelId="{81CF8DAB-8DEB-F04D-AFA1-8755E526183C}" type="pres">
      <dgm:prSet presAssocID="{5F94C3E6-6233-46B3-877A-4DCF4A0F7B15}" presName="connectorText" presStyleLbl="sibTrans1D1" presStyleIdx="1" presStyleCnt="13"/>
      <dgm:spPr/>
    </dgm:pt>
    <dgm:pt modelId="{A5A77CC4-B9A4-B444-B824-5D5564EB62C8}" type="pres">
      <dgm:prSet presAssocID="{2FD93667-18A9-46B3-A4FD-001436B7280F}" presName="node" presStyleLbl="node1" presStyleIdx="2" presStyleCnt="14">
        <dgm:presLayoutVars>
          <dgm:bulletEnabled val="1"/>
        </dgm:presLayoutVars>
      </dgm:prSet>
      <dgm:spPr/>
    </dgm:pt>
    <dgm:pt modelId="{1CFFFCF7-4E0E-BD47-8E5B-5B11E5DEB4A8}" type="pres">
      <dgm:prSet presAssocID="{8033DED2-3A43-43DC-BCCB-818F650388DD}" presName="sibTrans" presStyleLbl="sibTrans1D1" presStyleIdx="2" presStyleCnt="13"/>
      <dgm:spPr/>
    </dgm:pt>
    <dgm:pt modelId="{77DEEB20-E348-1C45-9175-CAA422F9A51C}" type="pres">
      <dgm:prSet presAssocID="{8033DED2-3A43-43DC-BCCB-818F650388DD}" presName="connectorText" presStyleLbl="sibTrans1D1" presStyleIdx="2" presStyleCnt="13"/>
      <dgm:spPr/>
    </dgm:pt>
    <dgm:pt modelId="{0A13CEFA-C05E-1B4B-AABD-70025A8C741E}" type="pres">
      <dgm:prSet presAssocID="{A41830AA-7CEE-445B-A722-27197E90D6A6}" presName="node" presStyleLbl="node1" presStyleIdx="3" presStyleCnt="14">
        <dgm:presLayoutVars>
          <dgm:bulletEnabled val="1"/>
        </dgm:presLayoutVars>
      </dgm:prSet>
      <dgm:spPr/>
    </dgm:pt>
    <dgm:pt modelId="{0EE12E3D-F5FD-3D42-9F77-1DFE611BCDA5}" type="pres">
      <dgm:prSet presAssocID="{47155CEC-61E3-446F-A4FF-A7EA59FB676D}" presName="sibTrans" presStyleLbl="sibTrans1D1" presStyleIdx="3" presStyleCnt="13"/>
      <dgm:spPr/>
    </dgm:pt>
    <dgm:pt modelId="{684F63B1-9997-EB4F-9561-4743E7E7DC06}" type="pres">
      <dgm:prSet presAssocID="{47155CEC-61E3-446F-A4FF-A7EA59FB676D}" presName="connectorText" presStyleLbl="sibTrans1D1" presStyleIdx="3" presStyleCnt="13"/>
      <dgm:spPr/>
    </dgm:pt>
    <dgm:pt modelId="{A7D9817A-53BA-BA4E-84D1-40FC150C1A4D}" type="pres">
      <dgm:prSet presAssocID="{FEAA235B-7BAB-4D73-90F7-B58F67AFE3D2}" presName="node" presStyleLbl="node1" presStyleIdx="4" presStyleCnt="14">
        <dgm:presLayoutVars>
          <dgm:bulletEnabled val="1"/>
        </dgm:presLayoutVars>
      </dgm:prSet>
      <dgm:spPr/>
    </dgm:pt>
    <dgm:pt modelId="{72D03868-5C29-D847-8A76-78A31F21B5C8}" type="pres">
      <dgm:prSet presAssocID="{04529A23-C0B4-4154-88AC-E6E965024E6A}" presName="sibTrans" presStyleLbl="sibTrans1D1" presStyleIdx="4" presStyleCnt="13"/>
      <dgm:spPr/>
    </dgm:pt>
    <dgm:pt modelId="{2294949D-2B69-8C4F-B4B2-1E059617DDE6}" type="pres">
      <dgm:prSet presAssocID="{04529A23-C0B4-4154-88AC-E6E965024E6A}" presName="connectorText" presStyleLbl="sibTrans1D1" presStyleIdx="4" presStyleCnt="13"/>
      <dgm:spPr/>
    </dgm:pt>
    <dgm:pt modelId="{90BE956C-42B0-9A45-8803-1CE91E2B620F}" type="pres">
      <dgm:prSet presAssocID="{2DE6F790-EDE2-4E66-8027-AC91D9126C28}" presName="node" presStyleLbl="node1" presStyleIdx="5" presStyleCnt="14">
        <dgm:presLayoutVars>
          <dgm:bulletEnabled val="1"/>
        </dgm:presLayoutVars>
      </dgm:prSet>
      <dgm:spPr/>
    </dgm:pt>
    <dgm:pt modelId="{9B4CD810-FB96-9249-A737-2EEFEEE190B9}" type="pres">
      <dgm:prSet presAssocID="{E26ED4EE-D6C3-4961-B2C2-01C3E14C056D}" presName="sibTrans" presStyleLbl="sibTrans1D1" presStyleIdx="5" presStyleCnt="13"/>
      <dgm:spPr/>
    </dgm:pt>
    <dgm:pt modelId="{3FBD0C8D-66A0-374C-ABF1-C6E6258EF74E}" type="pres">
      <dgm:prSet presAssocID="{E26ED4EE-D6C3-4961-B2C2-01C3E14C056D}" presName="connectorText" presStyleLbl="sibTrans1D1" presStyleIdx="5" presStyleCnt="13"/>
      <dgm:spPr/>
    </dgm:pt>
    <dgm:pt modelId="{1FCE48E1-123F-9348-B786-5187230E4ED2}" type="pres">
      <dgm:prSet presAssocID="{DCA791BF-E531-4D4B-B314-8EF109BB73BE}" presName="node" presStyleLbl="node1" presStyleIdx="6" presStyleCnt="14">
        <dgm:presLayoutVars>
          <dgm:bulletEnabled val="1"/>
        </dgm:presLayoutVars>
      </dgm:prSet>
      <dgm:spPr/>
    </dgm:pt>
    <dgm:pt modelId="{86B9C0FD-B3B9-B442-8ACD-C9DDC964CFF0}" type="pres">
      <dgm:prSet presAssocID="{631F0FED-9A5A-4CCC-AEFF-5FC8724A9A61}" presName="sibTrans" presStyleLbl="sibTrans1D1" presStyleIdx="6" presStyleCnt="13"/>
      <dgm:spPr/>
    </dgm:pt>
    <dgm:pt modelId="{702A03A7-AB28-F44A-8B61-8CE592A04E72}" type="pres">
      <dgm:prSet presAssocID="{631F0FED-9A5A-4CCC-AEFF-5FC8724A9A61}" presName="connectorText" presStyleLbl="sibTrans1D1" presStyleIdx="6" presStyleCnt="13"/>
      <dgm:spPr/>
    </dgm:pt>
    <dgm:pt modelId="{4E65DC0B-DD28-4940-9778-DD5F12B1A754}" type="pres">
      <dgm:prSet presAssocID="{30509CF2-42E9-418D-A147-ECA0AA9DB9C3}" presName="node" presStyleLbl="node1" presStyleIdx="7" presStyleCnt="14">
        <dgm:presLayoutVars>
          <dgm:bulletEnabled val="1"/>
        </dgm:presLayoutVars>
      </dgm:prSet>
      <dgm:spPr/>
    </dgm:pt>
    <dgm:pt modelId="{CBDA0939-2940-5C45-AD32-0638228B0DDC}" type="pres">
      <dgm:prSet presAssocID="{497EEA77-AEE3-4AD0-8F8F-7F63D64D42EF}" presName="sibTrans" presStyleLbl="sibTrans1D1" presStyleIdx="7" presStyleCnt="13"/>
      <dgm:spPr/>
    </dgm:pt>
    <dgm:pt modelId="{AEE95D0F-F21A-634A-8289-A0F21AC55140}" type="pres">
      <dgm:prSet presAssocID="{497EEA77-AEE3-4AD0-8F8F-7F63D64D42EF}" presName="connectorText" presStyleLbl="sibTrans1D1" presStyleIdx="7" presStyleCnt="13"/>
      <dgm:spPr/>
    </dgm:pt>
    <dgm:pt modelId="{8419515B-FC57-924D-BF3B-E78A82CC43AD}" type="pres">
      <dgm:prSet presAssocID="{9427B882-AD1E-4C6B-8688-1554D6E1993B}" presName="node" presStyleLbl="node1" presStyleIdx="8" presStyleCnt="14">
        <dgm:presLayoutVars>
          <dgm:bulletEnabled val="1"/>
        </dgm:presLayoutVars>
      </dgm:prSet>
      <dgm:spPr/>
    </dgm:pt>
    <dgm:pt modelId="{EF441D71-9EC3-7F4F-A4F5-DF6C489C0089}" type="pres">
      <dgm:prSet presAssocID="{B750B691-636F-499A-979B-15278574589B}" presName="sibTrans" presStyleLbl="sibTrans1D1" presStyleIdx="8" presStyleCnt="13"/>
      <dgm:spPr/>
    </dgm:pt>
    <dgm:pt modelId="{8B854B88-437E-954D-A5D0-66B272E200E9}" type="pres">
      <dgm:prSet presAssocID="{B750B691-636F-499A-979B-15278574589B}" presName="connectorText" presStyleLbl="sibTrans1D1" presStyleIdx="8" presStyleCnt="13"/>
      <dgm:spPr/>
    </dgm:pt>
    <dgm:pt modelId="{9D95ACD9-7463-F04D-BB6E-5E5D1EBDE898}" type="pres">
      <dgm:prSet presAssocID="{A1B93045-57C6-462F-BE84-69561C692576}" presName="node" presStyleLbl="node1" presStyleIdx="9" presStyleCnt="14">
        <dgm:presLayoutVars>
          <dgm:bulletEnabled val="1"/>
        </dgm:presLayoutVars>
      </dgm:prSet>
      <dgm:spPr/>
    </dgm:pt>
    <dgm:pt modelId="{A7E14D5D-E8F4-584F-8BAF-DF9CD28546EA}" type="pres">
      <dgm:prSet presAssocID="{0C7DD3C3-2EF9-424A-9EE8-A3F9665D7CAA}" presName="sibTrans" presStyleLbl="sibTrans1D1" presStyleIdx="9" presStyleCnt="13"/>
      <dgm:spPr/>
    </dgm:pt>
    <dgm:pt modelId="{BBE8E7E6-E1EB-9841-8976-F2773ED16A61}" type="pres">
      <dgm:prSet presAssocID="{0C7DD3C3-2EF9-424A-9EE8-A3F9665D7CAA}" presName="connectorText" presStyleLbl="sibTrans1D1" presStyleIdx="9" presStyleCnt="13"/>
      <dgm:spPr/>
    </dgm:pt>
    <dgm:pt modelId="{5CCDD183-BE11-4B43-AEB7-F59D5FD2D3CD}" type="pres">
      <dgm:prSet presAssocID="{6C8E5531-F87B-4A24-A6C9-A6E3D50F73F2}" presName="node" presStyleLbl="node1" presStyleIdx="10" presStyleCnt="14">
        <dgm:presLayoutVars>
          <dgm:bulletEnabled val="1"/>
        </dgm:presLayoutVars>
      </dgm:prSet>
      <dgm:spPr/>
    </dgm:pt>
    <dgm:pt modelId="{818C4B03-55F7-A64A-B018-9DB8C2907780}" type="pres">
      <dgm:prSet presAssocID="{825A4875-1369-454E-AC8E-FF6FCC1DEAA4}" presName="sibTrans" presStyleLbl="sibTrans1D1" presStyleIdx="10" presStyleCnt="13"/>
      <dgm:spPr/>
    </dgm:pt>
    <dgm:pt modelId="{056AF5B6-F989-CB4E-AF1A-9DECCEE80BCF}" type="pres">
      <dgm:prSet presAssocID="{825A4875-1369-454E-AC8E-FF6FCC1DEAA4}" presName="connectorText" presStyleLbl="sibTrans1D1" presStyleIdx="10" presStyleCnt="13"/>
      <dgm:spPr/>
    </dgm:pt>
    <dgm:pt modelId="{CEC226EB-8DE0-3E43-BF7C-8BEDE52F5DC7}" type="pres">
      <dgm:prSet presAssocID="{83E73F66-94AA-446B-9497-9C9C6DB24722}" presName="node" presStyleLbl="node1" presStyleIdx="11" presStyleCnt="14">
        <dgm:presLayoutVars>
          <dgm:bulletEnabled val="1"/>
        </dgm:presLayoutVars>
      </dgm:prSet>
      <dgm:spPr/>
    </dgm:pt>
    <dgm:pt modelId="{5972C731-0D3E-664F-809B-03986E12B43A}" type="pres">
      <dgm:prSet presAssocID="{BD8F1D2B-3AA5-4086-A72E-A6AF7BBF8018}" presName="sibTrans" presStyleLbl="sibTrans1D1" presStyleIdx="11" presStyleCnt="13"/>
      <dgm:spPr/>
    </dgm:pt>
    <dgm:pt modelId="{AAFB7E37-B6D2-5C42-966F-0AB5E5DD38F4}" type="pres">
      <dgm:prSet presAssocID="{BD8F1D2B-3AA5-4086-A72E-A6AF7BBF8018}" presName="connectorText" presStyleLbl="sibTrans1D1" presStyleIdx="11" presStyleCnt="13"/>
      <dgm:spPr/>
    </dgm:pt>
    <dgm:pt modelId="{E183350A-F017-9D41-89E9-EA11091B13FF}" type="pres">
      <dgm:prSet presAssocID="{DE8ACEB7-E75C-4E4D-BFCB-D5C5A0E510ED}" presName="node" presStyleLbl="node1" presStyleIdx="12" presStyleCnt="14">
        <dgm:presLayoutVars>
          <dgm:bulletEnabled val="1"/>
        </dgm:presLayoutVars>
      </dgm:prSet>
      <dgm:spPr/>
    </dgm:pt>
    <dgm:pt modelId="{BB0B9CBE-AAC3-844D-9E1B-5CC18086E926}" type="pres">
      <dgm:prSet presAssocID="{49128761-27D6-412E-AC9A-FDBEE8E0AF3D}" presName="sibTrans" presStyleLbl="sibTrans1D1" presStyleIdx="12" presStyleCnt="13"/>
      <dgm:spPr/>
    </dgm:pt>
    <dgm:pt modelId="{38D497D9-B6C1-9440-A2E4-1BCD81F12F2E}" type="pres">
      <dgm:prSet presAssocID="{49128761-27D6-412E-AC9A-FDBEE8E0AF3D}" presName="connectorText" presStyleLbl="sibTrans1D1" presStyleIdx="12" presStyleCnt="13"/>
      <dgm:spPr/>
    </dgm:pt>
    <dgm:pt modelId="{84091B38-FC9A-4541-B2E0-455382B12FCD}" type="pres">
      <dgm:prSet presAssocID="{6AC3B599-4DEA-4D32-B3B0-0591B5A0F55E}" presName="node" presStyleLbl="node1" presStyleIdx="13" presStyleCnt="14">
        <dgm:presLayoutVars>
          <dgm:bulletEnabled val="1"/>
        </dgm:presLayoutVars>
      </dgm:prSet>
      <dgm:spPr/>
    </dgm:pt>
  </dgm:ptLst>
  <dgm:cxnLst>
    <dgm:cxn modelId="{25460B00-25B2-9648-8094-D85DF4974501}" type="presOf" srcId="{EB2218C6-6CE1-4413-B077-3BE874E361B1}" destId="{F1E1E1FC-E78E-2F4F-BF1D-69B44502AACF}" srcOrd="0" destOrd="0" presId="urn:microsoft.com/office/officeart/2016/7/layout/RepeatingBendingProcessNew"/>
    <dgm:cxn modelId="{7DADB301-1274-45AC-BE02-902EBA7D141A}" srcId="{EB2218C6-6CE1-4413-B077-3BE874E361B1}" destId="{83E73F66-94AA-446B-9497-9C9C6DB24722}" srcOrd="11" destOrd="0" parTransId="{0BBB164C-491F-4CD2-8AD4-E9DA2DB20C8C}" sibTransId="{BD8F1D2B-3AA5-4086-A72E-A6AF7BBF8018}"/>
    <dgm:cxn modelId="{8133F104-0478-6C44-9806-A48B2F11B8EE}" type="presOf" srcId="{FEAA235B-7BAB-4D73-90F7-B58F67AFE3D2}" destId="{A7D9817A-53BA-BA4E-84D1-40FC150C1A4D}" srcOrd="0" destOrd="0" presId="urn:microsoft.com/office/officeart/2016/7/layout/RepeatingBendingProcessNew"/>
    <dgm:cxn modelId="{EAD0EE05-4F51-CE46-B27A-4EB9CA7AA43B}" type="presOf" srcId="{0C7DD3C3-2EF9-424A-9EE8-A3F9665D7CAA}" destId="{BBE8E7E6-E1EB-9841-8976-F2773ED16A61}" srcOrd="1" destOrd="0" presId="urn:microsoft.com/office/officeart/2016/7/layout/RepeatingBendingProcessNew"/>
    <dgm:cxn modelId="{723E330C-19C2-4FFF-80F3-E8CCA45846A8}" srcId="{EB2218C6-6CE1-4413-B077-3BE874E361B1}" destId="{A41830AA-7CEE-445B-A722-27197E90D6A6}" srcOrd="3" destOrd="0" parTransId="{65C1476B-D55A-4A88-BCE6-26F7450F5107}" sibTransId="{47155CEC-61E3-446F-A4FF-A7EA59FB676D}"/>
    <dgm:cxn modelId="{4290670F-71D3-FE4A-B325-0063360D25D9}" type="presOf" srcId="{49128761-27D6-412E-AC9A-FDBEE8E0AF3D}" destId="{38D497D9-B6C1-9440-A2E4-1BCD81F12F2E}" srcOrd="1" destOrd="0" presId="urn:microsoft.com/office/officeart/2016/7/layout/RepeatingBendingProcessNew"/>
    <dgm:cxn modelId="{61823D10-F3A9-6E45-A819-5F36C2F8DDD0}" type="presOf" srcId="{BD8F1D2B-3AA5-4086-A72E-A6AF7BBF8018}" destId="{5972C731-0D3E-664F-809B-03986E12B43A}" srcOrd="0" destOrd="0" presId="urn:microsoft.com/office/officeart/2016/7/layout/RepeatingBendingProcessNew"/>
    <dgm:cxn modelId="{6DD6A310-0DB3-C544-B7A1-D7BCF85659AE}" type="presOf" srcId="{6C8E5531-F87B-4A24-A6C9-A6E3D50F73F2}" destId="{5CCDD183-BE11-4B43-AEB7-F59D5FD2D3CD}" srcOrd="0" destOrd="0" presId="urn:microsoft.com/office/officeart/2016/7/layout/RepeatingBendingProcessNew"/>
    <dgm:cxn modelId="{DE6FA012-6FF9-3647-B702-D449C55784E2}" type="presOf" srcId="{631F0FED-9A5A-4CCC-AEFF-5FC8724A9A61}" destId="{702A03A7-AB28-F44A-8B61-8CE592A04E72}" srcOrd="1" destOrd="0" presId="urn:microsoft.com/office/officeart/2016/7/layout/RepeatingBendingProcessNew"/>
    <dgm:cxn modelId="{4C5A3714-F72C-FE4C-A745-6876EDAF8D63}" type="presOf" srcId="{04529A23-C0B4-4154-88AC-E6E965024E6A}" destId="{72D03868-5C29-D847-8A76-78A31F21B5C8}" srcOrd="0" destOrd="0" presId="urn:microsoft.com/office/officeart/2016/7/layout/RepeatingBendingProcessNew"/>
    <dgm:cxn modelId="{86129C16-7FE1-F045-BC40-CCD77B719F63}" type="presOf" srcId="{47155CEC-61E3-446F-A4FF-A7EA59FB676D}" destId="{0EE12E3D-F5FD-3D42-9F77-1DFE611BCDA5}" srcOrd="0" destOrd="0" presId="urn:microsoft.com/office/officeart/2016/7/layout/RepeatingBendingProcessNew"/>
    <dgm:cxn modelId="{504FF018-FC62-495A-8E8A-CB4E858F6EF8}" srcId="{EB2218C6-6CE1-4413-B077-3BE874E361B1}" destId="{2DE6F790-EDE2-4E66-8027-AC91D9126C28}" srcOrd="5" destOrd="0" parTransId="{18B98F77-2BED-4AC2-8F91-211376758899}" sibTransId="{E26ED4EE-D6C3-4961-B2C2-01C3E14C056D}"/>
    <dgm:cxn modelId="{4FDE801B-EF4F-A042-B812-043C4940CDD9}" type="presOf" srcId="{825A4875-1369-454E-AC8E-FF6FCC1DEAA4}" destId="{056AF5B6-F989-CB4E-AF1A-9DECCEE80BCF}" srcOrd="1" destOrd="0" presId="urn:microsoft.com/office/officeart/2016/7/layout/RepeatingBendingProcessNew"/>
    <dgm:cxn modelId="{86A35B1E-0858-7E4A-B50E-5485E64E39B5}" type="presOf" srcId="{DCA791BF-E531-4D4B-B314-8EF109BB73BE}" destId="{1FCE48E1-123F-9348-B786-5187230E4ED2}" srcOrd="0" destOrd="0" presId="urn:microsoft.com/office/officeart/2016/7/layout/RepeatingBendingProcessNew"/>
    <dgm:cxn modelId="{6B758829-476E-ED4D-9A3B-D745DCA79008}" type="presOf" srcId="{5F94C3E6-6233-46B3-877A-4DCF4A0F7B15}" destId="{81CF8DAB-8DEB-F04D-AFA1-8755E526183C}" srcOrd="1" destOrd="0" presId="urn:microsoft.com/office/officeart/2016/7/layout/RepeatingBendingProcessNew"/>
    <dgm:cxn modelId="{7D924E2D-449C-4146-814E-9A1EF1917B84}" srcId="{EB2218C6-6CE1-4413-B077-3BE874E361B1}" destId="{2FD93667-18A9-46B3-A4FD-001436B7280F}" srcOrd="2" destOrd="0" parTransId="{55C6577B-5E56-46F1-A356-D1AB71A1D45A}" sibTransId="{8033DED2-3A43-43DC-BCCB-818F650388DD}"/>
    <dgm:cxn modelId="{3A10FB2E-B38F-064C-952B-29BFF4818BEC}" type="presOf" srcId="{49128761-27D6-412E-AC9A-FDBEE8E0AF3D}" destId="{BB0B9CBE-AAC3-844D-9E1B-5CC18086E926}" srcOrd="0" destOrd="0" presId="urn:microsoft.com/office/officeart/2016/7/layout/RepeatingBendingProcessNew"/>
    <dgm:cxn modelId="{972AE936-E607-4DD1-8790-2A266B9D2833}" srcId="{EB2218C6-6CE1-4413-B077-3BE874E361B1}" destId="{6B1EEFA6-F821-4A7D-99BF-E2C2D519F534}" srcOrd="1" destOrd="0" parTransId="{FEFD692F-6BDA-43A6-9E0F-6AE50069ECD2}" sibTransId="{5F94C3E6-6233-46B3-877A-4DCF4A0F7B15}"/>
    <dgm:cxn modelId="{8F8FA63E-8872-1743-B5B5-92AF7F9186F6}" type="presOf" srcId="{DE8ACEB7-E75C-4E4D-BFCB-D5C5A0E510ED}" destId="{E183350A-F017-9D41-89E9-EA11091B13FF}" srcOrd="0" destOrd="0" presId="urn:microsoft.com/office/officeart/2016/7/layout/RepeatingBendingProcessNew"/>
    <dgm:cxn modelId="{C260A942-0229-6848-8A7C-CB3BDE82D637}" type="presOf" srcId="{0C7DD3C3-2EF9-424A-9EE8-A3F9665D7CAA}" destId="{A7E14D5D-E8F4-584F-8BAF-DF9CD28546EA}" srcOrd="0" destOrd="0" presId="urn:microsoft.com/office/officeart/2016/7/layout/RepeatingBendingProcessNew"/>
    <dgm:cxn modelId="{846DF14C-9E6C-164A-BB17-D0EDD6BB338E}" type="presOf" srcId="{637EFC0C-6935-4F00-8336-4A190EE098C8}" destId="{3C0263D1-B23D-2E4B-9C85-4ACA9BC39739}" srcOrd="1" destOrd="0" presId="urn:microsoft.com/office/officeart/2016/7/layout/RepeatingBendingProcessNew"/>
    <dgm:cxn modelId="{7DF77F5C-3593-2641-BB3E-9869665A6A80}" type="presOf" srcId="{2DE6F790-EDE2-4E66-8027-AC91D9126C28}" destId="{90BE956C-42B0-9A45-8803-1CE91E2B620F}" srcOrd="0" destOrd="0" presId="urn:microsoft.com/office/officeart/2016/7/layout/RepeatingBendingProcessNew"/>
    <dgm:cxn modelId="{F6ED465E-DBAD-415D-8807-6081ADAFF208}" srcId="{EB2218C6-6CE1-4413-B077-3BE874E361B1}" destId="{6C8E5531-F87B-4A24-A6C9-A6E3D50F73F2}" srcOrd="10" destOrd="0" parTransId="{13DA6C22-812E-4976-A7E3-742A4D93AB5D}" sibTransId="{825A4875-1369-454E-AC8E-FF6FCC1DEAA4}"/>
    <dgm:cxn modelId="{2647A65E-D0EC-2F46-9421-C5EFD0C1F578}" type="presOf" srcId="{47155CEC-61E3-446F-A4FF-A7EA59FB676D}" destId="{684F63B1-9997-EB4F-9561-4743E7E7DC06}" srcOrd="1" destOrd="0" presId="urn:microsoft.com/office/officeart/2016/7/layout/RepeatingBendingProcessNew"/>
    <dgm:cxn modelId="{2DE2545F-BFAD-B044-A76C-73F317672C48}" type="presOf" srcId="{BD8F1D2B-3AA5-4086-A72E-A6AF7BBF8018}" destId="{AAFB7E37-B6D2-5C42-966F-0AB5E5DD38F4}" srcOrd="1" destOrd="0" presId="urn:microsoft.com/office/officeart/2016/7/layout/RepeatingBendingProcessNew"/>
    <dgm:cxn modelId="{73683861-9BA6-43F8-95FB-5F503FA6B449}" srcId="{EB2218C6-6CE1-4413-B077-3BE874E361B1}" destId="{6AC3B599-4DEA-4D32-B3B0-0591B5A0F55E}" srcOrd="13" destOrd="0" parTransId="{2AE09326-65A2-4032-A727-09CA09B48007}" sibTransId="{543D8A27-2CDA-4EBF-A866-393CA7ABF1BB}"/>
    <dgm:cxn modelId="{DA913664-4088-B044-B5A8-B33E593BE4B2}" type="presOf" srcId="{631F0FED-9A5A-4CCC-AEFF-5FC8724A9A61}" destId="{86B9C0FD-B3B9-B442-8ACD-C9DDC964CFF0}" srcOrd="0" destOrd="0" presId="urn:microsoft.com/office/officeart/2016/7/layout/RepeatingBendingProcessNew"/>
    <dgm:cxn modelId="{1604D365-979E-2048-83DA-A413C0D91F20}" type="presOf" srcId="{A41830AA-7CEE-445B-A722-27197E90D6A6}" destId="{0A13CEFA-C05E-1B4B-AABD-70025A8C741E}" srcOrd="0" destOrd="0" presId="urn:microsoft.com/office/officeart/2016/7/layout/RepeatingBendingProcessNew"/>
    <dgm:cxn modelId="{313C966B-9CC5-474C-867D-FBDAD8FE994B}" type="presOf" srcId="{637EFC0C-6935-4F00-8336-4A190EE098C8}" destId="{C5892D33-C659-164E-B335-FE64B1EF0261}" srcOrd="0" destOrd="0" presId="urn:microsoft.com/office/officeart/2016/7/layout/RepeatingBendingProcessNew"/>
    <dgm:cxn modelId="{0B0CCB73-A3AF-A941-BDCC-8734335BF0D2}" type="presOf" srcId="{8033DED2-3A43-43DC-BCCB-818F650388DD}" destId="{1CFFFCF7-4E0E-BD47-8E5B-5B11E5DEB4A8}" srcOrd="0" destOrd="0" presId="urn:microsoft.com/office/officeart/2016/7/layout/RepeatingBendingProcessNew"/>
    <dgm:cxn modelId="{A90E3475-E906-4783-A095-5FD49FC88A40}" srcId="{EB2218C6-6CE1-4413-B077-3BE874E361B1}" destId="{9427B882-AD1E-4C6B-8688-1554D6E1993B}" srcOrd="8" destOrd="0" parTransId="{29436940-1042-4955-A914-A4A315017648}" sibTransId="{B750B691-636F-499A-979B-15278574589B}"/>
    <dgm:cxn modelId="{0B5BCF80-4BEA-4C43-883A-CF168B3FE8C2}" type="presOf" srcId="{6AC3B599-4DEA-4D32-B3B0-0591B5A0F55E}" destId="{84091B38-FC9A-4541-B2E0-455382B12FCD}" srcOrd="0" destOrd="0" presId="urn:microsoft.com/office/officeart/2016/7/layout/RepeatingBendingProcessNew"/>
    <dgm:cxn modelId="{61E66881-AD3D-5A4D-A8C0-C588FA482CA3}" type="presOf" srcId="{04529A23-C0B4-4154-88AC-E6E965024E6A}" destId="{2294949D-2B69-8C4F-B4B2-1E059617DDE6}" srcOrd="1" destOrd="0" presId="urn:microsoft.com/office/officeart/2016/7/layout/RepeatingBendingProcessNew"/>
    <dgm:cxn modelId="{02A79F83-8574-2245-B101-5D1B5F7913BB}" type="presOf" srcId="{8033DED2-3A43-43DC-BCCB-818F650388DD}" destId="{77DEEB20-E348-1C45-9175-CAA422F9A51C}" srcOrd="1" destOrd="0" presId="urn:microsoft.com/office/officeart/2016/7/layout/RepeatingBendingProcessNew"/>
    <dgm:cxn modelId="{380C0187-2578-7D45-8C4A-33A1A9F57D03}" type="presOf" srcId="{B750B691-636F-499A-979B-15278574589B}" destId="{EF441D71-9EC3-7F4F-A4F5-DF6C489C0089}" srcOrd="0" destOrd="0" presId="urn:microsoft.com/office/officeart/2016/7/layout/RepeatingBendingProcessNew"/>
    <dgm:cxn modelId="{CD9DC887-F49F-6B49-AA20-A3DC1B8D9356}" type="presOf" srcId="{497EEA77-AEE3-4AD0-8F8F-7F63D64D42EF}" destId="{CBDA0939-2940-5C45-AD32-0638228B0DDC}" srcOrd="0" destOrd="0" presId="urn:microsoft.com/office/officeart/2016/7/layout/RepeatingBendingProcessNew"/>
    <dgm:cxn modelId="{4CA2D793-EFA0-4D4F-A8D4-D3D6A521A491}" type="presOf" srcId="{9427B882-AD1E-4C6B-8688-1554D6E1993B}" destId="{8419515B-FC57-924D-BF3B-E78A82CC43AD}" srcOrd="0" destOrd="0" presId="urn:microsoft.com/office/officeart/2016/7/layout/RepeatingBendingProcessNew"/>
    <dgm:cxn modelId="{92546497-BEC1-AD42-9C3D-AB6ADC3D87AF}" type="presOf" srcId="{A1B93045-57C6-462F-BE84-69561C692576}" destId="{9D95ACD9-7463-F04D-BB6E-5E5D1EBDE898}" srcOrd="0" destOrd="0" presId="urn:microsoft.com/office/officeart/2016/7/layout/RepeatingBendingProcessNew"/>
    <dgm:cxn modelId="{0E8F9999-DAB1-4AE2-9D39-746D8A9F52F8}" srcId="{EB2218C6-6CE1-4413-B077-3BE874E361B1}" destId="{DCA791BF-E531-4D4B-B314-8EF109BB73BE}" srcOrd="6" destOrd="0" parTransId="{1943A4D5-2BAF-4CF0-BB42-38F1D37E9FF9}" sibTransId="{631F0FED-9A5A-4CCC-AEFF-5FC8724A9A61}"/>
    <dgm:cxn modelId="{4424A399-4531-4578-AE41-822A6E087BC2}" srcId="{EB2218C6-6CE1-4413-B077-3BE874E361B1}" destId="{30509CF2-42E9-418D-A147-ECA0AA9DB9C3}" srcOrd="7" destOrd="0" parTransId="{6AA76D78-F3B1-4B4E-AC94-FAE41E01310A}" sibTransId="{497EEA77-AEE3-4AD0-8F8F-7F63D64D42EF}"/>
    <dgm:cxn modelId="{AABF6F9F-408C-444E-8C81-562A4A647FCF}" type="presOf" srcId="{825A4875-1369-454E-AC8E-FF6FCC1DEAA4}" destId="{818C4B03-55F7-A64A-B018-9DB8C2907780}" srcOrd="0" destOrd="0" presId="urn:microsoft.com/office/officeart/2016/7/layout/RepeatingBendingProcessNew"/>
    <dgm:cxn modelId="{FF95D7A1-A35E-2947-8418-B9D90606C03A}" type="presOf" srcId="{8007E843-E543-4E69-B4F6-877065F08411}" destId="{ADFAED43-118C-2F4A-ADA2-CE999827AB73}" srcOrd="0" destOrd="0" presId="urn:microsoft.com/office/officeart/2016/7/layout/RepeatingBendingProcessNew"/>
    <dgm:cxn modelId="{EA2960A8-B7F4-B248-909F-9888E8BCD0F7}" type="presOf" srcId="{6B1EEFA6-F821-4A7D-99BF-E2C2D519F534}" destId="{21B05E18-92D8-3C45-9CC7-B89F25B43642}" srcOrd="0" destOrd="0" presId="urn:microsoft.com/office/officeart/2016/7/layout/RepeatingBendingProcessNew"/>
    <dgm:cxn modelId="{FBEF40B1-73B2-A545-B3B1-AEAB59BAE961}" type="presOf" srcId="{30509CF2-42E9-418D-A147-ECA0AA9DB9C3}" destId="{4E65DC0B-DD28-4940-9778-DD5F12B1A754}" srcOrd="0" destOrd="0" presId="urn:microsoft.com/office/officeart/2016/7/layout/RepeatingBendingProcessNew"/>
    <dgm:cxn modelId="{F30A86B6-3BFF-8A4A-8075-DC52D6BA9698}" type="presOf" srcId="{B750B691-636F-499A-979B-15278574589B}" destId="{8B854B88-437E-954D-A5D0-66B272E200E9}" srcOrd="1" destOrd="0" presId="urn:microsoft.com/office/officeart/2016/7/layout/RepeatingBendingProcessNew"/>
    <dgm:cxn modelId="{7047C6C2-E066-1C48-955B-C6F87072E317}" type="presOf" srcId="{2FD93667-18A9-46B3-A4FD-001436B7280F}" destId="{A5A77CC4-B9A4-B444-B824-5D5564EB62C8}" srcOrd="0" destOrd="0" presId="urn:microsoft.com/office/officeart/2016/7/layout/RepeatingBendingProcessNew"/>
    <dgm:cxn modelId="{C78529C5-3CB9-4105-8FF1-B83F188FBAB4}" srcId="{EB2218C6-6CE1-4413-B077-3BE874E361B1}" destId="{8007E843-E543-4E69-B4F6-877065F08411}" srcOrd="0" destOrd="0" parTransId="{F80EE3C4-E71B-4B47-9F9E-0F876E90414C}" sibTransId="{637EFC0C-6935-4F00-8336-4A190EE098C8}"/>
    <dgm:cxn modelId="{3DDC08C9-7365-5844-BD4D-F0A68950D6D5}" type="presOf" srcId="{5F94C3E6-6233-46B3-877A-4DCF4A0F7B15}" destId="{6D9752B2-9A61-BE41-80BD-B61880B61981}" srcOrd="0" destOrd="0" presId="urn:microsoft.com/office/officeart/2016/7/layout/RepeatingBendingProcessNew"/>
    <dgm:cxn modelId="{719FCCD3-94E0-474D-8D58-C05F6315D43B}" type="presOf" srcId="{83E73F66-94AA-446B-9497-9C9C6DB24722}" destId="{CEC226EB-8DE0-3E43-BF7C-8BEDE52F5DC7}" srcOrd="0" destOrd="0" presId="urn:microsoft.com/office/officeart/2016/7/layout/RepeatingBendingProcessNew"/>
    <dgm:cxn modelId="{8C3DD5D3-7A8A-4224-B489-54046872BE8B}" srcId="{EB2218C6-6CE1-4413-B077-3BE874E361B1}" destId="{A1B93045-57C6-462F-BE84-69561C692576}" srcOrd="9" destOrd="0" parTransId="{C5FEE4C5-BFB6-45F6-83C4-55F0AB1B817E}" sibTransId="{0C7DD3C3-2EF9-424A-9EE8-A3F9665D7CAA}"/>
    <dgm:cxn modelId="{0CE7DEE4-423C-AB4C-8E03-A2779618162A}" type="presOf" srcId="{497EEA77-AEE3-4AD0-8F8F-7F63D64D42EF}" destId="{AEE95D0F-F21A-634A-8289-A0F21AC55140}" srcOrd="1" destOrd="0" presId="urn:microsoft.com/office/officeart/2016/7/layout/RepeatingBendingProcessNew"/>
    <dgm:cxn modelId="{63BF3BF3-6373-FC43-8FE1-74A9CB0A8103}" type="presOf" srcId="{E26ED4EE-D6C3-4961-B2C2-01C3E14C056D}" destId="{9B4CD810-FB96-9249-A737-2EEFEEE190B9}" srcOrd="0" destOrd="0" presId="urn:microsoft.com/office/officeart/2016/7/layout/RepeatingBendingProcessNew"/>
    <dgm:cxn modelId="{EBA3D7F5-98FD-4EB4-8749-B90AB7D97038}" srcId="{EB2218C6-6CE1-4413-B077-3BE874E361B1}" destId="{DE8ACEB7-E75C-4E4D-BFCB-D5C5A0E510ED}" srcOrd="12" destOrd="0" parTransId="{CBD3C083-DD30-4784-80A7-53A795B20126}" sibTransId="{49128761-27D6-412E-AC9A-FDBEE8E0AF3D}"/>
    <dgm:cxn modelId="{6DB417F6-1EF9-194C-AE1E-DC89820BB0F5}" type="presOf" srcId="{E26ED4EE-D6C3-4961-B2C2-01C3E14C056D}" destId="{3FBD0C8D-66A0-374C-ABF1-C6E6258EF74E}" srcOrd="1" destOrd="0" presId="urn:microsoft.com/office/officeart/2016/7/layout/RepeatingBendingProcessNew"/>
    <dgm:cxn modelId="{45C5FDFD-7CBC-4F71-900A-FE744C921F0C}" srcId="{EB2218C6-6CE1-4413-B077-3BE874E361B1}" destId="{FEAA235B-7BAB-4D73-90F7-B58F67AFE3D2}" srcOrd="4" destOrd="0" parTransId="{3AF265E4-C4FE-4455-86A1-106011474559}" sibTransId="{04529A23-C0B4-4154-88AC-E6E965024E6A}"/>
    <dgm:cxn modelId="{5BD7EA15-AE96-5547-BDD6-11675A3D5D96}" type="presParOf" srcId="{F1E1E1FC-E78E-2F4F-BF1D-69B44502AACF}" destId="{ADFAED43-118C-2F4A-ADA2-CE999827AB73}" srcOrd="0" destOrd="0" presId="urn:microsoft.com/office/officeart/2016/7/layout/RepeatingBendingProcessNew"/>
    <dgm:cxn modelId="{278EBDE7-64F2-1E4A-8EF8-33598A955848}" type="presParOf" srcId="{F1E1E1FC-E78E-2F4F-BF1D-69B44502AACF}" destId="{C5892D33-C659-164E-B335-FE64B1EF0261}" srcOrd="1" destOrd="0" presId="urn:microsoft.com/office/officeart/2016/7/layout/RepeatingBendingProcessNew"/>
    <dgm:cxn modelId="{91F7FC19-210E-E641-ADBB-C02E440C3785}" type="presParOf" srcId="{C5892D33-C659-164E-B335-FE64B1EF0261}" destId="{3C0263D1-B23D-2E4B-9C85-4ACA9BC39739}" srcOrd="0" destOrd="0" presId="urn:microsoft.com/office/officeart/2016/7/layout/RepeatingBendingProcessNew"/>
    <dgm:cxn modelId="{141221AE-A7DF-2040-8812-CB4A0EA9C539}" type="presParOf" srcId="{F1E1E1FC-E78E-2F4F-BF1D-69B44502AACF}" destId="{21B05E18-92D8-3C45-9CC7-B89F25B43642}" srcOrd="2" destOrd="0" presId="urn:microsoft.com/office/officeart/2016/7/layout/RepeatingBendingProcessNew"/>
    <dgm:cxn modelId="{130A7A6C-5201-8641-B7EC-8AA95E058547}" type="presParOf" srcId="{F1E1E1FC-E78E-2F4F-BF1D-69B44502AACF}" destId="{6D9752B2-9A61-BE41-80BD-B61880B61981}" srcOrd="3" destOrd="0" presId="urn:microsoft.com/office/officeart/2016/7/layout/RepeatingBendingProcessNew"/>
    <dgm:cxn modelId="{5B5739BD-E57A-AF4F-8C48-6C6AF33FC863}" type="presParOf" srcId="{6D9752B2-9A61-BE41-80BD-B61880B61981}" destId="{81CF8DAB-8DEB-F04D-AFA1-8755E526183C}" srcOrd="0" destOrd="0" presId="urn:microsoft.com/office/officeart/2016/7/layout/RepeatingBendingProcessNew"/>
    <dgm:cxn modelId="{CB9D5A12-D801-094D-B50F-5A8D63F834B5}" type="presParOf" srcId="{F1E1E1FC-E78E-2F4F-BF1D-69B44502AACF}" destId="{A5A77CC4-B9A4-B444-B824-5D5564EB62C8}" srcOrd="4" destOrd="0" presId="urn:microsoft.com/office/officeart/2016/7/layout/RepeatingBendingProcessNew"/>
    <dgm:cxn modelId="{11BB86E0-BFC6-0342-A43B-67786857702F}" type="presParOf" srcId="{F1E1E1FC-E78E-2F4F-BF1D-69B44502AACF}" destId="{1CFFFCF7-4E0E-BD47-8E5B-5B11E5DEB4A8}" srcOrd="5" destOrd="0" presId="urn:microsoft.com/office/officeart/2016/7/layout/RepeatingBendingProcessNew"/>
    <dgm:cxn modelId="{ABC1AC43-5B4B-F246-9BED-86A0FC80132C}" type="presParOf" srcId="{1CFFFCF7-4E0E-BD47-8E5B-5B11E5DEB4A8}" destId="{77DEEB20-E348-1C45-9175-CAA422F9A51C}" srcOrd="0" destOrd="0" presId="urn:microsoft.com/office/officeart/2016/7/layout/RepeatingBendingProcessNew"/>
    <dgm:cxn modelId="{29E44F95-31D9-B14B-A475-AB165577A4A0}" type="presParOf" srcId="{F1E1E1FC-E78E-2F4F-BF1D-69B44502AACF}" destId="{0A13CEFA-C05E-1B4B-AABD-70025A8C741E}" srcOrd="6" destOrd="0" presId="urn:microsoft.com/office/officeart/2016/7/layout/RepeatingBendingProcessNew"/>
    <dgm:cxn modelId="{C084B641-1C84-3548-94F5-190016A4B7E9}" type="presParOf" srcId="{F1E1E1FC-E78E-2F4F-BF1D-69B44502AACF}" destId="{0EE12E3D-F5FD-3D42-9F77-1DFE611BCDA5}" srcOrd="7" destOrd="0" presId="urn:microsoft.com/office/officeart/2016/7/layout/RepeatingBendingProcessNew"/>
    <dgm:cxn modelId="{A805867D-D802-1A46-BD60-596E65918E96}" type="presParOf" srcId="{0EE12E3D-F5FD-3D42-9F77-1DFE611BCDA5}" destId="{684F63B1-9997-EB4F-9561-4743E7E7DC06}" srcOrd="0" destOrd="0" presId="urn:microsoft.com/office/officeart/2016/7/layout/RepeatingBendingProcessNew"/>
    <dgm:cxn modelId="{CCDAD590-BEB4-4E44-881A-6CEB8C39C122}" type="presParOf" srcId="{F1E1E1FC-E78E-2F4F-BF1D-69B44502AACF}" destId="{A7D9817A-53BA-BA4E-84D1-40FC150C1A4D}" srcOrd="8" destOrd="0" presId="urn:microsoft.com/office/officeart/2016/7/layout/RepeatingBendingProcessNew"/>
    <dgm:cxn modelId="{368F4CFF-035C-6D44-87F2-14CAA97BEA40}" type="presParOf" srcId="{F1E1E1FC-E78E-2F4F-BF1D-69B44502AACF}" destId="{72D03868-5C29-D847-8A76-78A31F21B5C8}" srcOrd="9" destOrd="0" presId="urn:microsoft.com/office/officeart/2016/7/layout/RepeatingBendingProcessNew"/>
    <dgm:cxn modelId="{A751E2B2-E4EB-3D49-BA11-847CD15FA992}" type="presParOf" srcId="{72D03868-5C29-D847-8A76-78A31F21B5C8}" destId="{2294949D-2B69-8C4F-B4B2-1E059617DDE6}" srcOrd="0" destOrd="0" presId="urn:microsoft.com/office/officeart/2016/7/layout/RepeatingBendingProcessNew"/>
    <dgm:cxn modelId="{A25C7AF7-343C-0742-B835-3935233D8C1E}" type="presParOf" srcId="{F1E1E1FC-E78E-2F4F-BF1D-69B44502AACF}" destId="{90BE956C-42B0-9A45-8803-1CE91E2B620F}" srcOrd="10" destOrd="0" presId="urn:microsoft.com/office/officeart/2016/7/layout/RepeatingBendingProcessNew"/>
    <dgm:cxn modelId="{77A7B065-EE99-D144-95F5-1E8C5BF36BFA}" type="presParOf" srcId="{F1E1E1FC-E78E-2F4F-BF1D-69B44502AACF}" destId="{9B4CD810-FB96-9249-A737-2EEFEEE190B9}" srcOrd="11" destOrd="0" presId="urn:microsoft.com/office/officeart/2016/7/layout/RepeatingBendingProcessNew"/>
    <dgm:cxn modelId="{4091507B-7B8C-9B43-9175-049A1DB32E02}" type="presParOf" srcId="{9B4CD810-FB96-9249-A737-2EEFEEE190B9}" destId="{3FBD0C8D-66A0-374C-ABF1-C6E6258EF74E}" srcOrd="0" destOrd="0" presId="urn:microsoft.com/office/officeart/2016/7/layout/RepeatingBendingProcessNew"/>
    <dgm:cxn modelId="{4D8032E9-DBEC-614C-B2F0-AE5F90F227DC}" type="presParOf" srcId="{F1E1E1FC-E78E-2F4F-BF1D-69B44502AACF}" destId="{1FCE48E1-123F-9348-B786-5187230E4ED2}" srcOrd="12" destOrd="0" presId="urn:microsoft.com/office/officeart/2016/7/layout/RepeatingBendingProcessNew"/>
    <dgm:cxn modelId="{B1ECB5EA-99DD-384C-9ED3-9E45722C6572}" type="presParOf" srcId="{F1E1E1FC-E78E-2F4F-BF1D-69B44502AACF}" destId="{86B9C0FD-B3B9-B442-8ACD-C9DDC964CFF0}" srcOrd="13" destOrd="0" presId="urn:microsoft.com/office/officeart/2016/7/layout/RepeatingBendingProcessNew"/>
    <dgm:cxn modelId="{8ED886EA-D1BB-EA4D-9132-270ABF9C2AB9}" type="presParOf" srcId="{86B9C0FD-B3B9-B442-8ACD-C9DDC964CFF0}" destId="{702A03A7-AB28-F44A-8B61-8CE592A04E72}" srcOrd="0" destOrd="0" presId="urn:microsoft.com/office/officeart/2016/7/layout/RepeatingBendingProcessNew"/>
    <dgm:cxn modelId="{EED20890-C90D-264B-BE5D-7D1C76239282}" type="presParOf" srcId="{F1E1E1FC-E78E-2F4F-BF1D-69B44502AACF}" destId="{4E65DC0B-DD28-4940-9778-DD5F12B1A754}" srcOrd="14" destOrd="0" presId="urn:microsoft.com/office/officeart/2016/7/layout/RepeatingBendingProcessNew"/>
    <dgm:cxn modelId="{5437CB37-F7BE-FE4A-8EF0-894121240D79}" type="presParOf" srcId="{F1E1E1FC-E78E-2F4F-BF1D-69B44502AACF}" destId="{CBDA0939-2940-5C45-AD32-0638228B0DDC}" srcOrd="15" destOrd="0" presId="urn:microsoft.com/office/officeart/2016/7/layout/RepeatingBendingProcessNew"/>
    <dgm:cxn modelId="{B3E8C170-B529-E746-9268-64684C2A0532}" type="presParOf" srcId="{CBDA0939-2940-5C45-AD32-0638228B0DDC}" destId="{AEE95D0F-F21A-634A-8289-A0F21AC55140}" srcOrd="0" destOrd="0" presId="urn:microsoft.com/office/officeart/2016/7/layout/RepeatingBendingProcessNew"/>
    <dgm:cxn modelId="{A2995F67-35BA-994D-90E8-0E2161A62D22}" type="presParOf" srcId="{F1E1E1FC-E78E-2F4F-BF1D-69B44502AACF}" destId="{8419515B-FC57-924D-BF3B-E78A82CC43AD}" srcOrd="16" destOrd="0" presId="urn:microsoft.com/office/officeart/2016/7/layout/RepeatingBendingProcessNew"/>
    <dgm:cxn modelId="{8277D712-92EF-E944-A91C-A387D6410425}" type="presParOf" srcId="{F1E1E1FC-E78E-2F4F-BF1D-69B44502AACF}" destId="{EF441D71-9EC3-7F4F-A4F5-DF6C489C0089}" srcOrd="17" destOrd="0" presId="urn:microsoft.com/office/officeart/2016/7/layout/RepeatingBendingProcessNew"/>
    <dgm:cxn modelId="{37C93574-A497-9D4F-AD77-32F8723E8D8F}" type="presParOf" srcId="{EF441D71-9EC3-7F4F-A4F5-DF6C489C0089}" destId="{8B854B88-437E-954D-A5D0-66B272E200E9}" srcOrd="0" destOrd="0" presId="urn:microsoft.com/office/officeart/2016/7/layout/RepeatingBendingProcessNew"/>
    <dgm:cxn modelId="{F65DAFBF-2242-B94B-8FB9-3C2B39545272}" type="presParOf" srcId="{F1E1E1FC-E78E-2F4F-BF1D-69B44502AACF}" destId="{9D95ACD9-7463-F04D-BB6E-5E5D1EBDE898}" srcOrd="18" destOrd="0" presId="urn:microsoft.com/office/officeart/2016/7/layout/RepeatingBendingProcessNew"/>
    <dgm:cxn modelId="{483FF575-F570-2747-AC81-9D9E663D2E62}" type="presParOf" srcId="{F1E1E1FC-E78E-2F4F-BF1D-69B44502AACF}" destId="{A7E14D5D-E8F4-584F-8BAF-DF9CD28546EA}" srcOrd="19" destOrd="0" presId="urn:microsoft.com/office/officeart/2016/7/layout/RepeatingBendingProcessNew"/>
    <dgm:cxn modelId="{24DB827C-714E-614A-8283-7B00C0C0929B}" type="presParOf" srcId="{A7E14D5D-E8F4-584F-8BAF-DF9CD28546EA}" destId="{BBE8E7E6-E1EB-9841-8976-F2773ED16A61}" srcOrd="0" destOrd="0" presId="urn:microsoft.com/office/officeart/2016/7/layout/RepeatingBendingProcessNew"/>
    <dgm:cxn modelId="{EF0C70EC-6A40-4A47-9EED-7EC3B253621B}" type="presParOf" srcId="{F1E1E1FC-E78E-2F4F-BF1D-69B44502AACF}" destId="{5CCDD183-BE11-4B43-AEB7-F59D5FD2D3CD}" srcOrd="20" destOrd="0" presId="urn:microsoft.com/office/officeart/2016/7/layout/RepeatingBendingProcessNew"/>
    <dgm:cxn modelId="{378AAA82-B381-EA4F-8980-03716F569B32}" type="presParOf" srcId="{F1E1E1FC-E78E-2F4F-BF1D-69B44502AACF}" destId="{818C4B03-55F7-A64A-B018-9DB8C2907780}" srcOrd="21" destOrd="0" presId="urn:microsoft.com/office/officeart/2016/7/layout/RepeatingBendingProcessNew"/>
    <dgm:cxn modelId="{382ADDB6-8F22-D644-A44F-64DC33EE60C2}" type="presParOf" srcId="{818C4B03-55F7-A64A-B018-9DB8C2907780}" destId="{056AF5B6-F989-CB4E-AF1A-9DECCEE80BCF}" srcOrd="0" destOrd="0" presId="urn:microsoft.com/office/officeart/2016/7/layout/RepeatingBendingProcessNew"/>
    <dgm:cxn modelId="{B968B86A-6EE8-6841-82B1-1C3DACE9D29C}" type="presParOf" srcId="{F1E1E1FC-E78E-2F4F-BF1D-69B44502AACF}" destId="{CEC226EB-8DE0-3E43-BF7C-8BEDE52F5DC7}" srcOrd="22" destOrd="0" presId="urn:microsoft.com/office/officeart/2016/7/layout/RepeatingBendingProcessNew"/>
    <dgm:cxn modelId="{1718BCBC-E081-AC47-89D4-7C656B671617}" type="presParOf" srcId="{F1E1E1FC-E78E-2F4F-BF1D-69B44502AACF}" destId="{5972C731-0D3E-664F-809B-03986E12B43A}" srcOrd="23" destOrd="0" presId="urn:microsoft.com/office/officeart/2016/7/layout/RepeatingBendingProcessNew"/>
    <dgm:cxn modelId="{E630AAB0-D49F-C740-95A7-7963385EE284}" type="presParOf" srcId="{5972C731-0D3E-664F-809B-03986E12B43A}" destId="{AAFB7E37-B6D2-5C42-966F-0AB5E5DD38F4}" srcOrd="0" destOrd="0" presId="urn:microsoft.com/office/officeart/2016/7/layout/RepeatingBendingProcessNew"/>
    <dgm:cxn modelId="{30990780-0C89-0F43-BEE1-FF2182B64EF4}" type="presParOf" srcId="{F1E1E1FC-E78E-2F4F-BF1D-69B44502AACF}" destId="{E183350A-F017-9D41-89E9-EA11091B13FF}" srcOrd="24" destOrd="0" presId="urn:microsoft.com/office/officeart/2016/7/layout/RepeatingBendingProcessNew"/>
    <dgm:cxn modelId="{04852EC6-13D3-9542-A286-EC9D6C399C77}" type="presParOf" srcId="{F1E1E1FC-E78E-2F4F-BF1D-69B44502AACF}" destId="{BB0B9CBE-AAC3-844D-9E1B-5CC18086E926}" srcOrd="25" destOrd="0" presId="urn:microsoft.com/office/officeart/2016/7/layout/RepeatingBendingProcessNew"/>
    <dgm:cxn modelId="{C6B815C7-7424-314F-966E-E34E06B73CB2}" type="presParOf" srcId="{BB0B9CBE-AAC3-844D-9E1B-5CC18086E926}" destId="{38D497D9-B6C1-9440-A2E4-1BCD81F12F2E}" srcOrd="0" destOrd="0" presId="urn:microsoft.com/office/officeart/2016/7/layout/RepeatingBendingProcessNew"/>
    <dgm:cxn modelId="{EB6C9F43-6E6C-2444-BF32-287CD4B010A6}" type="presParOf" srcId="{F1E1E1FC-E78E-2F4F-BF1D-69B44502AACF}" destId="{84091B38-FC9A-4541-B2E0-455382B12FCD}" srcOrd="2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F89151-2FBD-4A28-B697-E0E0FE57BB8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130F1F-5F49-4145-BE8A-39AA99672C71}">
      <dgm:prSet/>
      <dgm:spPr/>
      <dgm:t>
        <a:bodyPr/>
        <a:lstStyle/>
        <a:p>
          <a:r>
            <a:rPr lang="en-CA" b="1"/>
            <a:t>Purpose</a:t>
          </a:r>
          <a:r>
            <a:rPr lang="en-CA"/>
            <a:t>: Combine a map view with real-time stats for one specific hospital at a time.</a:t>
          </a:r>
          <a:endParaRPr lang="en-US"/>
        </a:p>
      </dgm:t>
    </dgm:pt>
    <dgm:pt modelId="{E83547C1-D865-4C74-96E0-535FACA0F555}" type="parTrans" cxnId="{49C65500-5210-445F-9A0F-D92ED5E04F6C}">
      <dgm:prSet/>
      <dgm:spPr/>
      <dgm:t>
        <a:bodyPr/>
        <a:lstStyle/>
        <a:p>
          <a:endParaRPr lang="en-US"/>
        </a:p>
      </dgm:t>
    </dgm:pt>
    <dgm:pt modelId="{0C599129-0906-49E2-AF85-E731CD8AD93F}" type="sibTrans" cxnId="{49C65500-5210-445F-9A0F-D92ED5E04F6C}">
      <dgm:prSet/>
      <dgm:spPr/>
      <dgm:t>
        <a:bodyPr/>
        <a:lstStyle/>
        <a:p>
          <a:endParaRPr lang="en-US"/>
        </a:p>
      </dgm:t>
    </dgm:pt>
    <dgm:pt modelId="{DC113237-A1D1-4D8C-BD93-3E0662F81398}">
      <dgm:prSet/>
      <dgm:spPr/>
      <dgm:t>
        <a:bodyPr/>
        <a:lstStyle/>
        <a:p>
          <a:r>
            <a:rPr lang="en-CA" b="1" dirty="0"/>
            <a:t>Hospital Geo Overview</a:t>
          </a:r>
          <a:r>
            <a:rPr lang="en-CA" dirty="0"/>
            <a:t>: Map panel to visualize location &amp; real-time selection of hospital.</a:t>
          </a:r>
          <a:endParaRPr lang="en-US" dirty="0"/>
        </a:p>
      </dgm:t>
    </dgm:pt>
    <dgm:pt modelId="{C20A8050-DF3D-4499-9807-4CBABAB00D1B}" type="parTrans" cxnId="{7A0A42CB-991E-4DD8-AABC-B0FB34F74AB4}">
      <dgm:prSet/>
      <dgm:spPr/>
      <dgm:t>
        <a:bodyPr/>
        <a:lstStyle/>
        <a:p>
          <a:endParaRPr lang="en-US"/>
        </a:p>
      </dgm:t>
    </dgm:pt>
    <dgm:pt modelId="{4CE13100-EE88-467C-826A-F4EA54FFCC84}" type="sibTrans" cxnId="{7A0A42CB-991E-4DD8-AABC-B0FB34F74AB4}">
      <dgm:prSet/>
      <dgm:spPr/>
      <dgm:t>
        <a:bodyPr/>
        <a:lstStyle/>
        <a:p>
          <a:endParaRPr lang="en-US"/>
        </a:p>
      </dgm:t>
    </dgm:pt>
    <dgm:pt modelId="{2B474E7E-13F9-4313-B465-993CC6260F66}">
      <dgm:prSet/>
      <dgm:spPr/>
      <dgm:t>
        <a:bodyPr/>
        <a:lstStyle/>
        <a:p>
          <a:r>
            <a:rPr lang="en-CA"/>
            <a:t>• </a:t>
          </a:r>
          <a:r>
            <a:rPr lang="en-CA" b="1"/>
            <a:t>Active Patients Today / ALOS</a:t>
          </a:r>
          <a:r>
            <a:rPr lang="en-CA"/>
            <a:t>: Single-stat tiles for quick snapshot.</a:t>
          </a:r>
          <a:endParaRPr lang="en-US"/>
        </a:p>
      </dgm:t>
    </dgm:pt>
    <dgm:pt modelId="{D577AC09-7EFE-4B68-9DF5-DB95A11736B1}" type="parTrans" cxnId="{B64D22E3-04FD-488D-82BC-7AD755A23794}">
      <dgm:prSet/>
      <dgm:spPr/>
      <dgm:t>
        <a:bodyPr/>
        <a:lstStyle/>
        <a:p>
          <a:endParaRPr lang="en-US"/>
        </a:p>
      </dgm:t>
    </dgm:pt>
    <dgm:pt modelId="{EBD1ED14-B2D8-4382-887A-D077F71BE987}" type="sibTrans" cxnId="{B64D22E3-04FD-488D-82BC-7AD755A23794}">
      <dgm:prSet/>
      <dgm:spPr/>
      <dgm:t>
        <a:bodyPr/>
        <a:lstStyle/>
        <a:p>
          <a:endParaRPr lang="en-US"/>
        </a:p>
      </dgm:t>
    </dgm:pt>
    <dgm:pt modelId="{5EB07480-A55E-43C2-84C9-C0553F9F99B8}">
      <dgm:prSet/>
      <dgm:spPr/>
      <dgm:t>
        <a:bodyPr/>
        <a:lstStyle/>
        <a:p>
          <a:r>
            <a:rPr lang="en-CA"/>
            <a:t>• </a:t>
          </a:r>
          <a:r>
            <a:rPr lang="en-CA" b="1"/>
            <a:t>Diagnosis Distribution</a:t>
          </a:r>
          <a:r>
            <a:rPr lang="en-CA"/>
            <a:t>: Horizontal bar chart showing top diagnoses (pneumonia, Covid-19, etc.).</a:t>
          </a:r>
          <a:endParaRPr lang="en-US"/>
        </a:p>
      </dgm:t>
    </dgm:pt>
    <dgm:pt modelId="{AFF7B90D-E631-4518-A97B-7731543D6DD9}" type="parTrans" cxnId="{4D4118DA-4284-4738-96E2-8854E77CC0DE}">
      <dgm:prSet/>
      <dgm:spPr/>
      <dgm:t>
        <a:bodyPr/>
        <a:lstStyle/>
        <a:p>
          <a:endParaRPr lang="en-US"/>
        </a:p>
      </dgm:t>
    </dgm:pt>
    <dgm:pt modelId="{A97797DA-0334-47A9-B0D2-2A540FDE6079}" type="sibTrans" cxnId="{4D4118DA-4284-4738-96E2-8854E77CC0DE}">
      <dgm:prSet/>
      <dgm:spPr/>
      <dgm:t>
        <a:bodyPr/>
        <a:lstStyle/>
        <a:p>
          <a:endParaRPr lang="en-US"/>
        </a:p>
      </dgm:t>
    </dgm:pt>
    <dgm:pt modelId="{417A11AF-2532-4046-BB4C-64C978500951}">
      <dgm:prSet/>
      <dgm:spPr/>
      <dgm:t>
        <a:bodyPr/>
        <a:lstStyle/>
        <a:p>
          <a:r>
            <a:rPr lang="en-CA"/>
            <a:t>• </a:t>
          </a:r>
          <a:r>
            <a:rPr lang="en-CA" b="1"/>
            <a:t>Daily Metrics</a:t>
          </a:r>
          <a:r>
            <a:rPr lang="en-CA"/>
            <a:t>: Admissions line chart; Emergency vs. Transferred bar.</a:t>
          </a:r>
          <a:endParaRPr lang="en-US"/>
        </a:p>
      </dgm:t>
    </dgm:pt>
    <dgm:pt modelId="{D3FE51CB-9CDA-4642-8C8B-893B877BF788}" type="parTrans" cxnId="{2676C1E2-AD42-4F6F-99E3-B616A6C2E596}">
      <dgm:prSet/>
      <dgm:spPr/>
      <dgm:t>
        <a:bodyPr/>
        <a:lstStyle/>
        <a:p>
          <a:endParaRPr lang="en-US"/>
        </a:p>
      </dgm:t>
    </dgm:pt>
    <dgm:pt modelId="{471B716C-A081-4F4F-854B-C6511A3A7B71}" type="sibTrans" cxnId="{2676C1E2-AD42-4F6F-99E3-B616A6C2E596}">
      <dgm:prSet/>
      <dgm:spPr/>
      <dgm:t>
        <a:bodyPr/>
        <a:lstStyle/>
        <a:p>
          <a:endParaRPr lang="en-US"/>
        </a:p>
      </dgm:t>
    </dgm:pt>
    <dgm:pt modelId="{AFC1060C-4F34-48D9-8078-D9937453C407}">
      <dgm:prSet/>
      <dgm:spPr/>
      <dgm:t>
        <a:bodyPr/>
        <a:lstStyle/>
        <a:p>
          <a:r>
            <a:rPr lang="en-CA"/>
            <a:t>• </a:t>
          </a:r>
          <a:r>
            <a:rPr lang="en-CA" b="1"/>
            <a:t>Interactive</a:t>
          </a:r>
          <a:r>
            <a:rPr lang="en-CA"/>
            <a:t>: Switch hospitals via $hospitalSelect, updating the map &amp; stats instantly.</a:t>
          </a:r>
          <a:endParaRPr lang="en-US"/>
        </a:p>
      </dgm:t>
    </dgm:pt>
    <dgm:pt modelId="{23A70E04-33B7-4808-AB4C-4959B8CE0CB8}" type="parTrans" cxnId="{1D950822-5179-44E0-AE11-4FF949D8B3D4}">
      <dgm:prSet/>
      <dgm:spPr/>
      <dgm:t>
        <a:bodyPr/>
        <a:lstStyle/>
        <a:p>
          <a:endParaRPr lang="en-US"/>
        </a:p>
      </dgm:t>
    </dgm:pt>
    <dgm:pt modelId="{F1E92DED-EE79-4CE8-8C49-8E0D4D23CB8C}" type="sibTrans" cxnId="{1D950822-5179-44E0-AE11-4FF949D8B3D4}">
      <dgm:prSet/>
      <dgm:spPr/>
      <dgm:t>
        <a:bodyPr/>
        <a:lstStyle/>
        <a:p>
          <a:endParaRPr lang="en-US"/>
        </a:p>
      </dgm:t>
    </dgm:pt>
    <dgm:pt modelId="{6DF77758-5F83-47C9-A8EC-C830EC72211D}">
      <dgm:prSet/>
      <dgm:spPr/>
      <dgm:t>
        <a:bodyPr/>
        <a:lstStyle/>
        <a:p>
          <a:r>
            <a:rPr lang="en-CA" b="1"/>
            <a:t>Grafana Usage</a:t>
          </a:r>
          <a:endParaRPr lang="en-US"/>
        </a:p>
      </dgm:t>
    </dgm:pt>
    <dgm:pt modelId="{FC58FA6B-AC6D-493A-8AB1-2163BBAFE1B1}" type="parTrans" cxnId="{09951EFD-9847-4701-B395-18B472EBA7A8}">
      <dgm:prSet/>
      <dgm:spPr/>
      <dgm:t>
        <a:bodyPr/>
        <a:lstStyle/>
        <a:p>
          <a:endParaRPr lang="en-US"/>
        </a:p>
      </dgm:t>
    </dgm:pt>
    <dgm:pt modelId="{424D07ED-0E89-47BA-B064-E2A3CAEDE106}" type="sibTrans" cxnId="{09951EFD-9847-4701-B395-18B472EBA7A8}">
      <dgm:prSet/>
      <dgm:spPr/>
      <dgm:t>
        <a:bodyPr/>
        <a:lstStyle/>
        <a:p>
          <a:endParaRPr lang="en-US"/>
        </a:p>
      </dgm:t>
    </dgm:pt>
    <dgm:pt modelId="{E8E8BFF8-CF55-4AEE-81CF-A03CFEDB0EFB}">
      <dgm:prSet/>
      <dgm:spPr/>
      <dgm:t>
        <a:bodyPr/>
        <a:lstStyle/>
        <a:p>
          <a:r>
            <a:rPr lang="en-CA"/>
            <a:t>• </a:t>
          </a:r>
          <a:r>
            <a:rPr lang="en-CA" b="1"/>
            <a:t>GeoMap panel</a:t>
          </a:r>
          <a:r>
            <a:rPr lang="en-CA"/>
            <a:t>: Markers show hospital location, metrics can be displayed in tooltips.</a:t>
          </a:r>
          <a:endParaRPr lang="en-US"/>
        </a:p>
      </dgm:t>
    </dgm:pt>
    <dgm:pt modelId="{3E76C3AA-CA13-46DD-9A14-10C3621D6621}" type="parTrans" cxnId="{54D3763A-82C6-4AF9-80F7-16F9A11F2F42}">
      <dgm:prSet/>
      <dgm:spPr/>
      <dgm:t>
        <a:bodyPr/>
        <a:lstStyle/>
        <a:p>
          <a:endParaRPr lang="en-US"/>
        </a:p>
      </dgm:t>
    </dgm:pt>
    <dgm:pt modelId="{38D8AE39-519D-433D-97C2-1264A8FD395A}" type="sibTrans" cxnId="{54D3763A-82C6-4AF9-80F7-16F9A11F2F42}">
      <dgm:prSet/>
      <dgm:spPr/>
      <dgm:t>
        <a:bodyPr/>
        <a:lstStyle/>
        <a:p>
          <a:endParaRPr lang="en-US"/>
        </a:p>
      </dgm:t>
    </dgm:pt>
    <dgm:pt modelId="{3F7C3BA6-05E4-4507-B9D4-BAF1D9CD2C0E}">
      <dgm:prSet/>
      <dgm:spPr/>
      <dgm:t>
        <a:bodyPr/>
        <a:lstStyle/>
        <a:p>
          <a:r>
            <a:rPr lang="en-CA"/>
            <a:t>• </a:t>
          </a:r>
          <a:r>
            <a:rPr lang="en-CA" b="1"/>
            <a:t>Stat</a:t>
          </a:r>
          <a:r>
            <a:rPr lang="en-CA"/>
            <a:t> panels (Active Patients, ALOS) highlight key KPIs at a glance.</a:t>
          </a:r>
          <a:endParaRPr lang="en-US"/>
        </a:p>
      </dgm:t>
    </dgm:pt>
    <dgm:pt modelId="{784DC4BE-1919-437F-9B14-46D85DE7AC9F}" type="parTrans" cxnId="{30675A94-42D5-4211-B8A6-82D7DDC7618C}">
      <dgm:prSet/>
      <dgm:spPr/>
      <dgm:t>
        <a:bodyPr/>
        <a:lstStyle/>
        <a:p>
          <a:endParaRPr lang="en-US"/>
        </a:p>
      </dgm:t>
    </dgm:pt>
    <dgm:pt modelId="{D9DE6E00-81FE-4221-B113-48A7871FE292}" type="sibTrans" cxnId="{30675A94-42D5-4211-B8A6-82D7DDC7618C}">
      <dgm:prSet/>
      <dgm:spPr/>
      <dgm:t>
        <a:bodyPr/>
        <a:lstStyle/>
        <a:p>
          <a:endParaRPr lang="en-US"/>
        </a:p>
      </dgm:t>
    </dgm:pt>
    <dgm:pt modelId="{40FE6D08-FD09-4BE0-BCBE-FBE7DB2FF145}">
      <dgm:prSet/>
      <dgm:spPr/>
      <dgm:t>
        <a:bodyPr/>
        <a:lstStyle/>
        <a:p>
          <a:r>
            <a:rPr lang="en-CA"/>
            <a:t>• </a:t>
          </a:r>
          <a:r>
            <a:rPr lang="en-CA" b="1"/>
            <a:t>Bar chart</a:t>
          </a:r>
          <a:r>
            <a:rPr lang="en-CA"/>
            <a:t> for diagnosis distribution: easily see top conditions (pneumonia, Covid-19, etc.).</a:t>
          </a:r>
          <a:endParaRPr lang="en-US"/>
        </a:p>
      </dgm:t>
    </dgm:pt>
    <dgm:pt modelId="{B345E10F-34AD-4648-8B7C-5E6FBACBA9D4}" type="parTrans" cxnId="{267EBFC1-4C07-4DB9-B210-050B51B934EC}">
      <dgm:prSet/>
      <dgm:spPr/>
      <dgm:t>
        <a:bodyPr/>
        <a:lstStyle/>
        <a:p>
          <a:endParaRPr lang="en-US"/>
        </a:p>
      </dgm:t>
    </dgm:pt>
    <dgm:pt modelId="{7ED4B03C-DFD9-48A6-8C70-6BBE04C45F37}" type="sibTrans" cxnId="{267EBFC1-4C07-4DB9-B210-050B51B934EC}">
      <dgm:prSet/>
      <dgm:spPr/>
      <dgm:t>
        <a:bodyPr/>
        <a:lstStyle/>
        <a:p>
          <a:endParaRPr lang="en-US"/>
        </a:p>
      </dgm:t>
    </dgm:pt>
    <dgm:pt modelId="{F033A295-ED6B-458B-8B2F-06596134B65B}">
      <dgm:prSet/>
      <dgm:spPr/>
      <dgm:t>
        <a:bodyPr/>
        <a:lstStyle/>
        <a:p>
          <a:r>
            <a:rPr lang="en-CA"/>
            <a:t>• </a:t>
          </a:r>
          <a:r>
            <a:rPr lang="en-CA" b="1"/>
            <a:t>Daily trends</a:t>
          </a:r>
          <a:r>
            <a:rPr lang="en-CA"/>
            <a:t> (Emergency vs. Transferred) show short-term movement in critical metrics.</a:t>
          </a:r>
          <a:endParaRPr lang="en-US"/>
        </a:p>
      </dgm:t>
    </dgm:pt>
    <dgm:pt modelId="{7E1AD2FB-C1EB-490B-8AAD-E8833C67CC9E}" type="parTrans" cxnId="{2BC1C749-7DC5-4FDC-AFBD-F399888D0805}">
      <dgm:prSet/>
      <dgm:spPr/>
      <dgm:t>
        <a:bodyPr/>
        <a:lstStyle/>
        <a:p>
          <a:endParaRPr lang="en-US"/>
        </a:p>
      </dgm:t>
    </dgm:pt>
    <dgm:pt modelId="{32167DDC-1C48-4B85-B2F5-F81EC72BDC58}" type="sibTrans" cxnId="{2BC1C749-7DC5-4FDC-AFBD-F399888D0805}">
      <dgm:prSet/>
      <dgm:spPr/>
      <dgm:t>
        <a:bodyPr/>
        <a:lstStyle/>
        <a:p>
          <a:endParaRPr lang="en-US"/>
        </a:p>
      </dgm:t>
    </dgm:pt>
    <dgm:pt modelId="{E2BA3EA4-C95F-4326-939B-E0ACFB2F6B91}">
      <dgm:prSet/>
      <dgm:spPr/>
      <dgm:t>
        <a:bodyPr/>
        <a:lstStyle/>
        <a:p>
          <a:r>
            <a:rPr lang="en-CA" b="1"/>
            <a:t>Value to Stakeholders</a:t>
          </a:r>
          <a:endParaRPr lang="en-US"/>
        </a:p>
      </dgm:t>
    </dgm:pt>
    <dgm:pt modelId="{E96FA2C1-A95E-4588-B3B9-E6FD556D37B8}" type="parTrans" cxnId="{CF42AE6A-9BC6-45FE-8571-491DAE804D51}">
      <dgm:prSet/>
      <dgm:spPr/>
      <dgm:t>
        <a:bodyPr/>
        <a:lstStyle/>
        <a:p>
          <a:endParaRPr lang="en-US"/>
        </a:p>
      </dgm:t>
    </dgm:pt>
    <dgm:pt modelId="{7EC9004E-BF80-4DB2-BD56-79B79E39EA12}" type="sibTrans" cxnId="{CF42AE6A-9BC6-45FE-8571-491DAE804D51}">
      <dgm:prSet/>
      <dgm:spPr/>
      <dgm:t>
        <a:bodyPr/>
        <a:lstStyle/>
        <a:p>
          <a:endParaRPr lang="en-US"/>
        </a:p>
      </dgm:t>
    </dgm:pt>
    <dgm:pt modelId="{34D49ADA-8B89-4CC4-A462-B391A7304B69}">
      <dgm:prSet/>
      <dgm:spPr/>
      <dgm:t>
        <a:bodyPr/>
        <a:lstStyle/>
        <a:p>
          <a:r>
            <a:rPr lang="en-CA"/>
            <a:t>• </a:t>
          </a:r>
          <a:r>
            <a:rPr lang="en-CA" b="1"/>
            <a:t>Geospatial clarity</a:t>
          </a:r>
          <a:r>
            <a:rPr lang="en-CA"/>
            <a:t>: See exactly where a hospital is located and how it’s performing.</a:t>
          </a:r>
          <a:endParaRPr lang="en-US"/>
        </a:p>
      </dgm:t>
    </dgm:pt>
    <dgm:pt modelId="{AB0E8733-AFED-4D65-BB93-1333041253FC}" type="parTrans" cxnId="{743D1AA8-2152-4823-AE5B-3703C3A04DF4}">
      <dgm:prSet/>
      <dgm:spPr/>
      <dgm:t>
        <a:bodyPr/>
        <a:lstStyle/>
        <a:p>
          <a:endParaRPr lang="en-US"/>
        </a:p>
      </dgm:t>
    </dgm:pt>
    <dgm:pt modelId="{37DCC854-F2A5-4320-890C-73D5F0B32E9E}" type="sibTrans" cxnId="{743D1AA8-2152-4823-AE5B-3703C3A04DF4}">
      <dgm:prSet/>
      <dgm:spPr/>
      <dgm:t>
        <a:bodyPr/>
        <a:lstStyle/>
        <a:p>
          <a:endParaRPr lang="en-US"/>
        </a:p>
      </dgm:t>
    </dgm:pt>
    <dgm:pt modelId="{D44EA2A0-E1AD-4FFE-AE96-76E65834B611}">
      <dgm:prSet/>
      <dgm:spPr/>
      <dgm:t>
        <a:bodyPr/>
        <a:lstStyle/>
        <a:p>
          <a:r>
            <a:rPr lang="en-CA"/>
            <a:t>• </a:t>
          </a:r>
          <a:r>
            <a:rPr lang="en-CA" b="1"/>
            <a:t>Nursing/clinical leads</a:t>
          </a:r>
          <a:r>
            <a:rPr lang="en-CA"/>
            <a:t> can monitor daily admissions or changes in emergency load.</a:t>
          </a:r>
          <a:endParaRPr lang="en-US"/>
        </a:p>
      </dgm:t>
    </dgm:pt>
    <dgm:pt modelId="{8A95E69F-E10E-41C5-82D3-B140927A4C8C}" type="parTrans" cxnId="{094535DC-7C41-4EE6-A242-45C639F74955}">
      <dgm:prSet/>
      <dgm:spPr/>
      <dgm:t>
        <a:bodyPr/>
        <a:lstStyle/>
        <a:p>
          <a:endParaRPr lang="en-US"/>
        </a:p>
      </dgm:t>
    </dgm:pt>
    <dgm:pt modelId="{4FA8E219-292A-4A3A-B996-1FA7114554B5}" type="sibTrans" cxnId="{094535DC-7C41-4EE6-A242-45C639F74955}">
      <dgm:prSet/>
      <dgm:spPr/>
      <dgm:t>
        <a:bodyPr/>
        <a:lstStyle/>
        <a:p>
          <a:endParaRPr lang="en-US"/>
        </a:p>
      </dgm:t>
    </dgm:pt>
    <dgm:pt modelId="{3C5F16A4-799F-4DEB-B011-F5E2CF517038}">
      <dgm:prSet/>
      <dgm:spPr/>
      <dgm:t>
        <a:bodyPr/>
        <a:lstStyle/>
        <a:p>
          <a:r>
            <a:rPr lang="en-CA"/>
            <a:t>• </a:t>
          </a:r>
          <a:r>
            <a:rPr lang="en-CA" b="1"/>
            <a:t>Management</a:t>
          </a:r>
          <a:r>
            <a:rPr lang="en-CA"/>
            <a:t> quickly checks ALOS and active patients, helps plan staff or bed usage.</a:t>
          </a:r>
          <a:endParaRPr lang="en-US"/>
        </a:p>
      </dgm:t>
    </dgm:pt>
    <dgm:pt modelId="{03C56F60-CAF7-45C8-A6CC-E57726E226C2}" type="parTrans" cxnId="{4207B3F0-5DEC-41A9-90AE-7BFCDC1349DA}">
      <dgm:prSet/>
      <dgm:spPr/>
      <dgm:t>
        <a:bodyPr/>
        <a:lstStyle/>
        <a:p>
          <a:endParaRPr lang="en-US"/>
        </a:p>
      </dgm:t>
    </dgm:pt>
    <dgm:pt modelId="{5B9B8A07-E1B8-4781-8579-4F6553FFA278}" type="sibTrans" cxnId="{4207B3F0-5DEC-41A9-90AE-7BFCDC1349DA}">
      <dgm:prSet/>
      <dgm:spPr/>
      <dgm:t>
        <a:bodyPr/>
        <a:lstStyle/>
        <a:p>
          <a:endParaRPr lang="en-US"/>
        </a:p>
      </dgm:t>
    </dgm:pt>
    <dgm:pt modelId="{065C1487-1D0E-42B5-9570-23FAA151C5EC}">
      <dgm:prSet/>
      <dgm:spPr/>
      <dgm:t>
        <a:bodyPr/>
        <a:lstStyle/>
        <a:p>
          <a:r>
            <a:rPr lang="en-CA"/>
            <a:t>• </a:t>
          </a:r>
          <a:r>
            <a:rPr lang="en-CA" b="1"/>
            <a:t>Real-time selection</a:t>
          </a:r>
          <a:r>
            <a:rPr lang="en-CA"/>
            <a:t>: Switch hospital, instantly refresh stats and map—</a:t>
          </a:r>
          <a:r>
            <a:rPr lang="en-CA" b="1"/>
            <a:t>seamless</a:t>
          </a:r>
          <a:r>
            <a:rPr lang="en-CA"/>
            <a:t> for operational or regional directors overseeing multiple locations.</a:t>
          </a:r>
          <a:endParaRPr lang="en-US"/>
        </a:p>
      </dgm:t>
    </dgm:pt>
    <dgm:pt modelId="{AE5DA097-99C5-42D2-8D06-B51D24A57479}" type="parTrans" cxnId="{39235731-CC19-4754-8E2E-55B14E8F01C7}">
      <dgm:prSet/>
      <dgm:spPr/>
      <dgm:t>
        <a:bodyPr/>
        <a:lstStyle/>
        <a:p>
          <a:endParaRPr lang="en-US"/>
        </a:p>
      </dgm:t>
    </dgm:pt>
    <dgm:pt modelId="{F3BCDA74-46B1-424E-8CC8-30FB43400328}" type="sibTrans" cxnId="{39235731-CC19-4754-8E2E-55B14E8F01C7}">
      <dgm:prSet/>
      <dgm:spPr/>
      <dgm:t>
        <a:bodyPr/>
        <a:lstStyle/>
        <a:p>
          <a:endParaRPr lang="en-US"/>
        </a:p>
      </dgm:t>
    </dgm:pt>
    <dgm:pt modelId="{43662961-188D-F840-82F3-42A863E453F6}" type="pres">
      <dgm:prSet presAssocID="{45F89151-2FBD-4A28-B697-E0E0FE57BB81}" presName="Name0" presStyleCnt="0">
        <dgm:presLayoutVars>
          <dgm:dir/>
          <dgm:resizeHandles val="exact"/>
        </dgm:presLayoutVars>
      </dgm:prSet>
      <dgm:spPr/>
    </dgm:pt>
    <dgm:pt modelId="{D20CD050-0CF6-5949-8A66-60C964CC0875}" type="pres">
      <dgm:prSet presAssocID="{87130F1F-5F49-4145-BE8A-39AA99672C71}" presName="node" presStyleLbl="node1" presStyleIdx="0" presStyleCnt="16">
        <dgm:presLayoutVars>
          <dgm:bulletEnabled val="1"/>
        </dgm:presLayoutVars>
      </dgm:prSet>
      <dgm:spPr/>
    </dgm:pt>
    <dgm:pt modelId="{E67916CD-B28B-7B4B-829E-EE1309DF400D}" type="pres">
      <dgm:prSet presAssocID="{0C599129-0906-49E2-AF85-E731CD8AD93F}" presName="sibTrans" presStyleLbl="sibTrans1D1" presStyleIdx="0" presStyleCnt="15"/>
      <dgm:spPr/>
    </dgm:pt>
    <dgm:pt modelId="{D7590F03-5845-974F-8747-BCAB6EDD0A10}" type="pres">
      <dgm:prSet presAssocID="{0C599129-0906-49E2-AF85-E731CD8AD93F}" presName="connectorText" presStyleLbl="sibTrans1D1" presStyleIdx="0" presStyleCnt="15"/>
      <dgm:spPr/>
    </dgm:pt>
    <dgm:pt modelId="{AC9F83D7-1D72-8141-B69C-0FC6298BE631}" type="pres">
      <dgm:prSet presAssocID="{DC113237-A1D1-4D8C-BD93-3E0662F81398}" presName="node" presStyleLbl="node1" presStyleIdx="1" presStyleCnt="16" custScaleY="121563">
        <dgm:presLayoutVars>
          <dgm:bulletEnabled val="1"/>
        </dgm:presLayoutVars>
      </dgm:prSet>
      <dgm:spPr/>
    </dgm:pt>
    <dgm:pt modelId="{11EABE5A-0B3F-3E47-AAF2-B39DD9C1F002}" type="pres">
      <dgm:prSet presAssocID="{4CE13100-EE88-467C-826A-F4EA54FFCC84}" presName="sibTrans" presStyleLbl="sibTrans1D1" presStyleIdx="1" presStyleCnt="15"/>
      <dgm:spPr/>
    </dgm:pt>
    <dgm:pt modelId="{97D82545-3916-B14A-8464-375A7E262EEE}" type="pres">
      <dgm:prSet presAssocID="{4CE13100-EE88-467C-826A-F4EA54FFCC84}" presName="connectorText" presStyleLbl="sibTrans1D1" presStyleIdx="1" presStyleCnt="15"/>
      <dgm:spPr/>
    </dgm:pt>
    <dgm:pt modelId="{E1A66A55-A7F9-CA42-9691-170CA39EDB1E}" type="pres">
      <dgm:prSet presAssocID="{2B474E7E-13F9-4313-B465-993CC6260F66}" presName="node" presStyleLbl="node1" presStyleIdx="2" presStyleCnt="16">
        <dgm:presLayoutVars>
          <dgm:bulletEnabled val="1"/>
        </dgm:presLayoutVars>
      </dgm:prSet>
      <dgm:spPr/>
    </dgm:pt>
    <dgm:pt modelId="{75A60F38-EE36-3646-8F88-468E5F91C9D6}" type="pres">
      <dgm:prSet presAssocID="{EBD1ED14-B2D8-4382-887A-D077F71BE987}" presName="sibTrans" presStyleLbl="sibTrans1D1" presStyleIdx="2" presStyleCnt="15"/>
      <dgm:spPr/>
    </dgm:pt>
    <dgm:pt modelId="{7C0A8BEB-4D79-EA48-820F-6CD472BF01DB}" type="pres">
      <dgm:prSet presAssocID="{EBD1ED14-B2D8-4382-887A-D077F71BE987}" presName="connectorText" presStyleLbl="sibTrans1D1" presStyleIdx="2" presStyleCnt="15"/>
      <dgm:spPr/>
    </dgm:pt>
    <dgm:pt modelId="{ED68CE40-1E58-B647-8B62-3E2CF2044BDD}" type="pres">
      <dgm:prSet presAssocID="{5EB07480-A55E-43C2-84C9-C0553F9F99B8}" presName="node" presStyleLbl="node1" presStyleIdx="3" presStyleCnt="16">
        <dgm:presLayoutVars>
          <dgm:bulletEnabled val="1"/>
        </dgm:presLayoutVars>
      </dgm:prSet>
      <dgm:spPr/>
    </dgm:pt>
    <dgm:pt modelId="{28E45C26-4BDD-A248-A0D6-FC95B1C32BC2}" type="pres">
      <dgm:prSet presAssocID="{A97797DA-0334-47A9-B0D2-2A540FDE6079}" presName="sibTrans" presStyleLbl="sibTrans1D1" presStyleIdx="3" presStyleCnt="15"/>
      <dgm:spPr/>
    </dgm:pt>
    <dgm:pt modelId="{D6FD4913-0244-0547-AEB4-09BCE57C480C}" type="pres">
      <dgm:prSet presAssocID="{A97797DA-0334-47A9-B0D2-2A540FDE6079}" presName="connectorText" presStyleLbl="sibTrans1D1" presStyleIdx="3" presStyleCnt="15"/>
      <dgm:spPr/>
    </dgm:pt>
    <dgm:pt modelId="{48E80901-214B-394F-8C8B-0DC21FE58D96}" type="pres">
      <dgm:prSet presAssocID="{417A11AF-2532-4046-BB4C-64C978500951}" presName="node" presStyleLbl="node1" presStyleIdx="4" presStyleCnt="16">
        <dgm:presLayoutVars>
          <dgm:bulletEnabled val="1"/>
        </dgm:presLayoutVars>
      </dgm:prSet>
      <dgm:spPr/>
    </dgm:pt>
    <dgm:pt modelId="{5D5C6E0A-1714-804F-AF7F-109DB665B5D8}" type="pres">
      <dgm:prSet presAssocID="{471B716C-A081-4F4F-854B-C6511A3A7B71}" presName="sibTrans" presStyleLbl="sibTrans1D1" presStyleIdx="4" presStyleCnt="15"/>
      <dgm:spPr/>
    </dgm:pt>
    <dgm:pt modelId="{D58D0A3B-7784-BF46-8627-F70247AF884B}" type="pres">
      <dgm:prSet presAssocID="{471B716C-A081-4F4F-854B-C6511A3A7B71}" presName="connectorText" presStyleLbl="sibTrans1D1" presStyleIdx="4" presStyleCnt="15"/>
      <dgm:spPr/>
    </dgm:pt>
    <dgm:pt modelId="{9A241C25-845B-8B4B-AF9D-10F5FC0754D7}" type="pres">
      <dgm:prSet presAssocID="{AFC1060C-4F34-48D9-8078-D9937453C407}" presName="node" presStyleLbl="node1" presStyleIdx="5" presStyleCnt="16">
        <dgm:presLayoutVars>
          <dgm:bulletEnabled val="1"/>
        </dgm:presLayoutVars>
      </dgm:prSet>
      <dgm:spPr/>
    </dgm:pt>
    <dgm:pt modelId="{5753AE9C-8435-7D4A-8E24-995FD42A50C1}" type="pres">
      <dgm:prSet presAssocID="{F1E92DED-EE79-4CE8-8C49-8E0D4D23CB8C}" presName="sibTrans" presStyleLbl="sibTrans1D1" presStyleIdx="5" presStyleCnt="15"/>
      <dgm:spPr/>
    </dgm:pt>
    <dgm:pt modelId="{DCD65643-9778-BE4C-8A34-D241F1996D58}" type="pres">
      <dgm:prSet presAssocID="{F1E92DED-EE79-4CE8-8C49-8E0D4D23CB8C}" presName="connectorText" presStyleLbl="sibTrans1D1" presStyleIdx="5" presStyleCnt="15"/>
      <dgm:spPr/>
    </dgm:pt>
    <dgm:pt modelId="{C5814F48-4151-694C-AF6F-0CF89C411B86}" type="pres">
      <dgm:prSet presAssocID="{6DF77758-5F83-47C9-A8EC-C830EC72211D}" presName="node" presStyleLbl="node1" presStyleIdx="6" presStyleCnt="16">
        <dgm:presLayoutVars>
          <dgm:bulletEnabled val="1"/>
        </dgm:presLayoutVars>
      </dgm:prSet>
      <dgm:spPr/>
    </dgm:pt>
    <dgm:pt modelId="{78DCEBC0-F86B-5A4D-92A3-E3E8E4AC2765}" type="pres">
      <dgm:prSet presAssocID="{424D07ED-0E89-47BA-B064-E2A3CAEDE106}" presName="sibTrans" presStyleLbl="sibTrans1D1" presStyleIdx="6" presStyleCnt="15"/>
      <dgm:spPr/>
    </dgm:pt>
    <dgm:pt modelId="{83149C5D-D4E0-A943-9619-3E62D67B9634}" type="pres">
      <dgm:prSet presAssocID="{424D07ED-0E89-47BA-B064-E2A3CAEDE106}" presName="connectorText" presStyleLbl="sibTrans1D1" presStyleIdx="6" presStyleCnt="15"/>
      <dgm:spPr/>
    </dgm:pt>
    <dgm:pt modelId="{4876B419-271B-CE4F-9A08-93BBF2F56682}" type="pres">
      <dgm:prSet presAssocID="{E8E8BFF8-CF55-4AEE-81CF-A03CFEDB0EFB}" presName="node" presStyleLbl="node1" presStyleIdx="7" presStyleCnt="16">
        <dgm:presLayoutVars>
          <dgm:bulletEnabled val="1"/>
        </dgm:presLayoutVars>
      </dgm:prSet>
      <dgm:spPr/>
    </dgm:pt>
    <dgm:pt modelId="{0548F362-8AEE-AB4B-8455-571C7B575952}" type="pres">
      <dgm:prSet presAssocID="{38D8AE39-519D-433D-97C2-1264A8FD395A}" presName="sibTrans" presStyleLbl="sibTrans1D1" presStyleIdx="7" presStyleCnt="15"/>
      <dgm:spPr/>
    </dgm:pt>
    <dgm:pt modelId="{758AE939-2699-574F-B837-2D5C11AA34C8}" type="pres">
      <dgm:prSet presAssocID="{38D8AE39-519D-433D-97C2-1264A8FD395A}" presName="connectorText" presStyleLbl="sibTrans1D1" presStyleIdx="7" presStyleCnt="15"/>
      <dgm:spPr/>
    </dgm:pt>
    <dgm:pt modelId="{255CE115-28C1-F044-AF04-2F895E2C03E5}" type="pres">
      <dgm:prSet presAssocID="{3F7C3BA6-05E4-4507-B9D4-BAF1D9CD2C0E}" presName="node" presStyleLbl="node1" presStyleIdx="8" presStyleCnt="16">
        <dgm:presLayoutVars>
          <dgm:bulletEnabled val="1"/>
        </dgm:presLayoutVars>
      </dgm:prSet>
      <dgm:spPr/>
    </dgm:pt>
    <dgm:pt modelId="{C02A1C2E-1081-584A-A5D9-22F47EF19124}" type="pres">
      <dgm:prSet presAssocID="{D9DE6E00-81FE-4221-B113-48A7871FE292}" presName="sibTrans" presStyleLbl="sibTrans1D1" presStyleIdx="8" presStyleCnt="15"/>
      <dgm:spPr/>
    </dgm:pt>
    <dgm:pt modelId="{35689AA2-35A1-594B-A970-C3BADC1113D0}" type="pres">
      <dgm:prSet presAssocID="{D9DE6E00-81FE-4221-B113-48A7871FE292}" presName="connectorText" presStyleLbl="sibTrans1D1" presStyleIdx="8" presStyleCnt="15"/>
      <dgm:spPr/>
    </dgm:pt>
    <dgm:pt modelId="{FF3EFA8F-B8CA-4F43-8E49-EE679B6F8E74}" type="pres">
      <dgm:prSet presAssocID="{40FE6D08-FD09-4BE0-BCBE-FBE7DB2FF145}" presName="node" presStyleLbl="node1" presStyleIdx="9" presStyleCnt="16">
        <dgm:presLayoutVars>
          <dgm:bulletEnabled val="1"/>
        </dgm:presLayoutVars>
      </dgm:prSet>
      <dgm:spPr/>
    </dgm:pt>
    <dgm:pt modelId="{B51A6DC9-D5F6-B14E-A50B-F6EB6F19D334}" type="pres">
      <dgm:prSet presAssocID="{7ED4B03C-DFD9-48A6-8C70-6BBE04C45F37}" presName="sibTrans" presStyleLbl="sibTrans1D1" presStyleIdx="9" presStyleCnt="15"/>
      <dgm:spPr/>
    </dgm:pt>
    <dgm:pt modelId="{08B8E117-793D-E94A-9BF3-326CDB4E5F3D}" type="pres">
      <dgm:prSet presAssocID="{7ED4B03C-DFD9-48A6-8C70-6BBE04C45F37}" presName="connectorText" presStyleLbl="sibTrans1D1" presStyleIdx="9" presStyleCnt="15"/>
      <dgm:spPr/>
    </dgm:pt>
    <dgm:pt modelId="{4D5E935C-FC36-2443-B858-0B5E4DE14E06}" type="pres">
      <dgm:prSet presAssocID="{F033A295-ED6B-458B-8B2F-06596134B65B}" presName="node" presStyleLbl="node1" presStyleIdx="10" presStyleCnt="16">
        <dgm:presLayoutVars>
          <dgm:bulletEnabled val="1"/>
        </dgm:presLayoutVars>
      </dgm:prSet>
      <dgm:spPr/>
    </dgm:pt>
    <dgm:pt modelId="{DBD979AF-8BFE-C241-8A28-446E4D341F94}" type="pres">
      <dgm:prSet presAssocID="{32167DDC-1C48-4B85-B2F5-F81EC72BDC58}" presName="sibTrans" presStyleLbl="sibTrans1D1" presStyleIdx="10" presStyleCnt="15"/>
      <dgm:spPr/>
    </dgm:pt>
    <dgm:pt modelId="{875670FF-0734-7247-A714-BE51B3BCBBE4}" type="pres">
      <dgm:prSet presAssocID="{32167DDC-1C48-4B85-B2F5-F81EC72BDC58}" presName="connectorText" presStyleLbl="sibTrans1D1" presStyleIdx="10" presStyleCnt="15"/>
      <dgm:spPr/>
    </dgm:pt>
    <dgm:pt modelId="{0D51EB30-099C-6D4D-AD36-4E78C98E08C6}" type="pres">
      <dgm:prSet presAssocID="{E2BA3EA4-C95F-4326-939B-E0ACFB2F6B91}" presName="node" presStyleLbl="node1" presStyleIdx="11" presStyleCnt="16">
        <dgm:presLayoutVars>
          <dgm:bulletEnabled val="1"/>
        </dgm:presLayoutVars>
      </dgm:prSet>
      <dgm:spPr/>
    </dgm:pt>
    <dgm:pt modelId="{7B1BAF45-DD5A-3B4C-AB25-689BB887F82E}" type="pres">
      <dgm:prSet presAssocID="{7EC9004E-BF80-4DB2-BD56-79B79E39EA12}" presName="sibTrans" presStyleLbl="sibTrans1D1" presStyleIdx="11" presStyleCnt="15"/>
      <dgm:spPr/>
    </dgm:pt>
    <dgm:pt modelId="{E57AB1D4-6A8F-0E40-A06E-9F115A646C6E}" type="pres">
      <dgm:prSet presAssocID="{7EC9004E-BF80-4DB2-BD56-79B79E39EA12}" presName="connectorText" presStyleLbl="sibTrans1D1" presStyleIdx="11" presStyleCnt="15"/>
      <dgm:spPr/>
    </dgm:pt>
    <dgm:pt modelId="{4DF0249C-FBEA-A147-A197-EAC8CD448E82}" type="pres">
      <dgm:prSet presAssocID="{34D49ADA-8B89-4CC4-A462-B391A7304B69}" presName="node" presStyleLbl="node1" presStyleIdx="12" presStyleCnt="16">
        <dgm:presLayoutVars>
          <dgm:bulletEnabled val="1"/>
        </dgm:presLayoutVars>
      </dgm:prSet>
      <dgm:spPr/>
    </dgm:pt>
    <dgm:pt modelId="{270EA230-1AB0-8848-8D05-DA5A410D294F}" type="pres">
      <dgm:prSet presAssocID="{37DCC854-F2A5-4320-890C-73D5F0B32E9E}" presName="sibTrans" presStyleLbl="sibTrans1D1" presStyleIdx="12" presStyleCnt="15"/>
      <dgm:spPr/>
    </dgm:pt>
    <dgm:pt modelId="{DC3653EC-4C34-074A-B74F-4DE16929B761}" type="pres">
      <dgm:prSet presAssocID="{37DCC854-F2A5-4320-890C-73D5F0B32E9E}" presName="connectorText" presStyleLbl="sibTrans1D1" presStyleIdx="12" presStyleCnt="15"/>
      <dgm:spPr/>
    </dgm:pt>
    <dgm:pt modelId="{E6095C4F-A11D-204F-BB0F-62197771E005}" type="pres">
      <dgm:prSet presAssocID="{D44EA2A0-E1AD-4FFE-AE96-76E65834B611}" presName="node" presStyleLbl="node1" presStyleIdx="13" presStyleCnt="16">
        <dgm:presLayoutVars>
          <dgm:bulletEnabled val="1"/>
        </dgm:presLayoutVars>
      </dgm:prSet>
      <dgm:spPr/>
    </dgm:pt>
    <dgm:pt modelId="{AFAF9654-1210-8549-8B8A-A48770C0749A}" type="pres">
      <dgm:prSet presAssocID="{4FA8E219-292A-4A3A-B996-1FA7114554B5}" presName="sibTrans" presStyleLbl="sibTrans1D1" presStyleIdx="13" presStyleCnt="15"/>
      <dgm:spPr/>
    </dgm:pt>
    <dgm:pt modelId="{E9510C70-162E-ED43-8BE8-09AEE9C9B86F}" type="pres">
      <dgm:prSet presAssocID="{4FA8E219-292A-4A3A-B996-1FA7114554B5}" presName="connectorText" presStyleLbl="sibTrans1D1" presStyleIdx="13" presStyleCnt="15"/>
      <dgm:spPr/>
    </dgm:pt>
    <dgm:pt modelId="{99ED100A-D114-4347-B00B-9B7783DF11EF}" type="pres">
      <dgm:prSet presAssocID="{3C5F16A4-799F-4DEB-B011-F5E2CF517038}" presName="node" presStyleLbl="node1" presStyleIdx="14" presStyleCnt="16">
        <dgm:presLayoutVars>
          <dgm:bulletEnabled val="1"/>
        </dgm:presLayoutVars>
      </dgm:prSet>
      <dgm:spPr/>
    </dgm:pt>
    <dgm:pt modelId="{2086DD9F-8F02-D448-B47B-B70E1BB64D74}" type="pres">
      <dgm:prSet presAssocID="{5B9B8A07-E1B8-4781-8579-4F6553FFA278}" presName="sibTrans" presStyleLbl="sibTrans1D1" presStyleIdx="14" presStyleCnt="15"/>
      <dgm:spPr/>
    </dgm:pt>
    <dgm:pt modelId="{DCC2127A-A863-E34B-94E5-EADB9DF009F8}" type="pres">
      <dgm:prSet presAssocID="{5B9B8A07-E1B8-4781-8579-4F6553FFA278}" presName="connectorText" presStyleLbl="sibTrans1D1" presStyleIdx="14" presStyleCnt="15"/>
      <dgm:spPr/>
    </dgm:pt>
    <dgm:pt modelId="{7CD97894-7459-2D42-A222-592E4DE13585}" type="pres">
      <dgm:prSet presAssocID="{065C1487-1D0E-42B5-9570-23FAA151C5EC}" presName="node" presStyleLbl="node1" presStyleIdx="15" presStyleCnt="16">
        <dgm:presLayoutVars>
          <dgm:bulletEnabled val="1"/>
        </dgm:presLayoutVars>
      </dgm:prSet>
      <dgm:spPr/>
    </dgm:pt>
  </dgm:ptLst>
  <dgm:cxnLst>
    <dgm:cxn modelId="{49C65500-5210-445F-9A0F-D92ED5E04F6C}" srcId="{45F89151-2FBD-4A28-B697-E0E0FE57BB81}" destId="{87130F1F-5F49-4145-BE8A-39AA99672C71}" srcOrd="0" destOrd="0" parTransId="{E83547C1-D865-4C74-96E0-535FACA0F555}" sibTransId="{0C599129-0906-49E2-AF85-E731CD8AD93F}"/>
    <dgm:cxn modelId="{7FE76705-4C95-0549-A1FE-1BA75854138A}" type="presOf" srcId="{DC113237-A1D1-4D8C-BD93-3E0662F81398}" destId="{AC9F83D7-1D72-8141-B69C-0FC6298BE631}" srcOrd="0" destOrd="0" presId="urn:microsoft.com/office/officeart/2016/7/layout/RepeatingBendingProcessNew"/>
    <dgm:cxn modelId="{90ED9206-6D16-7A4B-A817-49A1807E3E6E}" type="presOf" srcId="{7EC9004E-BF80-4DB2-BD56-79B79E39EA12}" destId="{7B1BAF45-DD5A-3B4C-AB25-689BB887F82E}" srcOrd="0" destOrd="0" presId="urn:microsoft.com/office/officeart/2016/7/layout/RepeatingBendingProcessNew"/>
    <dgm:cxn modelId="{FB279913-3D76-394D-A87D-00F45CFA4D6B}" type="presOf" srcId="{E8E8BFF8-CF55-4AEE-81CF-A03CFEDB0EFB}" destId="{4876B419-271B-CE4F-9A08-93BBF2F56682}" srcOrd="0" destOrd="0" presId="urn:microsoft.com/office/officeart/2016/7/layout/RepeatingBendingProcessNew"/>
    <dgm:cxn modelId="{BE479914-46A7-8C4C-B993-C0A031D6C9C3}" type="presOf" srcId="{7ED4B03C-DFD9-48A6-8C70-6BBE04C45F37}" destId="{08B8E117-793D-E94A-9BF3-326CDB4E5F3D}" srcOrd="1" destOrd="0" presId="urn:microsoft.com/office/officeart/2016/7/layout/RepeatingBendingProcessNew"/>
    <dgm:cxn modelId="{4A69D817-BE4A-CB4F-9AC8-4A3B515BE4DB}" type="presOf" srcId="{471B716C-A081-4F4F-854B-C6511A3A7B71}" destId="{D58D0A3B-7784-BF46-8627-F70247AF884B}" srcOrd="1" destOrd="0" presId="urn:microsoft.com/office/officeart/2016/7/layout/RepeatingBendingProcessNew"/>
    <dgm:cxn modelId="{8B1A7A18-CCA2-434E-A8FA-7BEFEDAE6771}" type="presOf" srcId="{471B716C-A081-4F4F-854B-C6511A3A7B71}" destId="{5D5C6E0A-1714-804F-AF7F-109DB665B5D8}" srcOrd="0" destOrd="0" presId="urn:microsoft.com/office/officeart/2016/7/layout/RepeatingBendingProcessNew"/>
    <dgm:cxn modelId="{6711EE18-A753-D14D-B338-F5DBEFC06FC6}" type="presOf" srcId="{0C599129-0906-49E2-AF85-E731CD8AD93F}" destId="{D7590F03-5845-974F-8747-BCAB6EDD0A10}" srcOrd="1" destOrd="0" presId="urn:microsoft.com/office/officeart/2016/7/layout/RepeatingBendingProcessNew"/>
    <dgm:cxn modelId="{8A6BD11C-B178-D34B-8AC5-D639BC802B57}" type="presOf" srcId="{3C5F16A4-799F-4DEB-B011-F5E2CF517038}" destId="{99ED100A-D114-4347-B00B-9B7783DF11EF}" srcOrd="0" destOrd="0" presId="urn:microsoft.com/office/officeart/2016/7/layout/RepeatingBendingProcessNew"/>
    <dgm:cxn modelId="{1D950822-5179-44E0-AE11-4FF949D8B3D4}" srcId="{45F89151-2FBD-4A28-B697-E0E0FE57BB81}" destId="{AFC1060C-4F34-48D9-8078-D9937453C407}" srcOrd="5" destOrd="0" parTransId="{23A70E04-33B7-4808-AB4C-4959B8CE0CB8}" sibTransId="{F1E92DED-EE79-4CE8-8C49-8E0D4D23CB8C}"/>
    <dgm:cxn modelId="{39235731-CC19-4754-8E2E-55B14E8F01C7}" srcId="{45F89151-2FBD-4A28-B697-E0E0FE57BB81}" destId="{065C1487-1D0E-42B5-9570-23FAA151C5EC}" srcOrd="15" destOrd="0" parTransId="{AE5DA097-99C5-42D2-8D06-B51D24A57479}" sibTransId="{F3BCDA74-46B1-424E-8CC8-30FB43400328}"/>
    <dgm:cxn modelId="{54D3763A-82C6-4AF9-80F7-16F9A11F2F42}" srcId="{45F89151-2FBD-4A28-B697-E0E0FE57BB81}" destId="{E8E8BFF8-CF55-4AEE-81CF-A03CFEDB0EFB}" srcOrd="7" destOrd="0" parTransId="{3E76C3AA-CA13-46DD-9A14-10C3621D6621}" sibTransId="{38D8AE39-519D-433D-97C2-1264A8FD395A}"/>
    <dgm:cxn modelId="{1E29B945-40DD-C04F-AA33-B0BE12ED56F2}" type="presOf" srcId="{2B474E7E-13F9-4313-B465-993CC6260F66}" destId="{E1A66A55-A7F9-CA42-9691-170CA39EDB1E}" srcOrd="0" destOrd="0" presId="urn:microsoft.com/office/officeart/2016/7/layout/RepeatingBendingProcessNew"/>
    <dgm:cxn modelId="{90596149-621A-6941-BEDB-C26657F291AB}" type="presOf" srcId="{0C599129-0906-49E2-AF85-E731CD8AD93F}" destId="{E67916CD-B28B-7B4B-829E-EE1309DF400D}" srcOrd="0" destOrd="0" presId="urn:microsoft.com/office/officeart/2016/7/layout/RepeatingBendingProcessNew"/>
    <dgm:cxn modelId="{2BC1C749-7DC5-4FDC-AFBD-F399888D0805}" srcId="{45F89151-2FBD-4A28-B697-E0E0FE57BB81}" destId="{F033A295-ED6B-458B-8B2F-06596134B65B}" srcOrd="10" destOrd="0" parTransId="{7E1AD2FB-C1EB-490B-8AAD-E8833C67CC9E}" sibTransId="{32167DDC-1C48-4B85-B2F5-F81EC72BDC58}"/>
    <dgm:cxn modelId="{FB087E50-83ED-554F-856D-5E94BA55418A}" type="presOf" srcId="{40FE6D08-FD09-4BE0-BCBE-FBE7DB2FF145}" destId="{FF3EFA8F-B8CA-4F43-8E49-EE679B6F8E74}" srcOrd="0" destOrd="0" presId="urn:microsoft.com/office/officeart/2016/7/layout/RepeatingBendingProcessNew"/>
    <dgm:cxn modelId="{764A0756-4963-884B-A78A-4C33BF6B9ACE}" type="presOf" srcId="{37DCC854-F2A5-4320-890C-73D5F0B32E9E}" destId="{DC3653EC-4C34-074A-B74F-4DE16929B761}" srcOrd="1" destOrd="0" presId="urn:microsoft.com/office/officeart/2016/7/layout/RepeatingBendingProcessNew"/>
    <dgm:cxn modelId="{E637685C-16BA-3D47-9255-6B337379E00B}" type="presOf" srcId="{37DCC854-F2A5-4320-890C-73D5F0B32E9E}" destId="{270EA230-1AB0-8848-8D05-DA5A410D294F}" srcOrd="0" destOrd="0" presId="urn:microsoft.com/office/officeart/2016/7/layout/RepeatingBendingProcessNew"/>
    <dgm:cxn modelId="{71A12D5D-8155-CA42-BFE5-DDC24AB524EC}" type="presOf" srcId="{3F7C3BA6-05E4-4507-B9D4-BAF1D9CD2C0E}" destId="{255CE115-28C1-F044-AF04-2F895E2C03E5}" srcOrd="0" destOrd="0" presId="urn:microsoft.com/office/officeart/2016/7/layout/RepeatingBendingProcessNew"/>
    <dgm:cxn modelId="{4823275F-5F94-1E4C-901D-79B5EEE6DDAD}" type="presOf" srcId="{424D07ED-0E89-47BA-B064-E2A3CAEDE106}" destId="{78DCEBC0-F86B-5A4D-92A3-E3E8E4AC2765}" srcOrd="0" destOrd="0" presId="urn:microsoft.com/office/officeart/2016/7/layout/RepeatingBendingProcessNew"/>
    <dgm:cxn modelId="{7B375861-5DB9-2745-9783-55E57E703F84}" type="presOf" srcId="{D44EA2A0-E1AD-4FFE-AE96-76E65834B611}" destId="{E6095C4F-A11D-204F-BB0F-62197771E005}" srcOrd="0" destOrd="0" presId="urn:microsoft.com/office/officeart/2016/7/layout/RepeatingBendingProcessNew"/>
    <dgm:cxn modelId="{CF42AE6A-9BC6-45FE-8571-491DAE804D51}" srcId="{45F89151-2FBD-4A28-B697-E0E0FE57BB81}" destId="{E2BA3EA4-C95F-4326-939B-E0ACFB2F6B91}" srcOrd="11" destOrd="0" parTransId="{E96FA2C1-A95E-4588-B3B9-E6FD556D37B8}" sibTransId="{7EC9004E-BF80-4DB2-BD56-79B79E39EA12}"/>
    <dgm:cxn modelId="{1499F46E-D6BF-344A-8A89-7EDE415AE9AC}" type="presOf" srcId="{5B9B8A07-E1B8-4781-8579-4F6553FFA278}" destId="{DCC2127A-A863-E34B-94E5-EADB9DF009F8}" srcOrd="1" destOrd="0" presId="urn:microsoft.com/office/officeart/2016/7/layout/RepeatingBendingProcessNew"/>
    <dgm:cxn modelId="{49B00F6F-6548-9A46-A949-CDAABD68CB05}" type="presOf" srcId="{F1E92DED-EE79-4CE8-8C49-8E0D4D23CB8C}" destId="{DCD65643-9778-BE4C-8A34-D241F1996D58}" srcOrd="1" destOrd="0" presId="urn:microsoft.com/office/officeart/2016/7/layout/RepeatingBendingProcessNew"/>
    <dgm:cxn modelId="{5E971673-297A-5C43-9B39-ED62ED4444FF}" type="presOf" srcId="{065C1487-1D0E-42B5-9570-23FAA151C5EC}" destId="{7CD97894-7459-2D42-A222-592E4DE13585}" srcOrd="0" destOrd="0" presId="urn:microsoft.com/office/officeart/2016/7/layout/RepeatingBendingProcessNew"/>
    <dgm:cxn modelId="{29E2C473-12C7-DE43-A564-601FA66C18E5}" type="presOf" srcId="{D9DE6E00-81FE-4221-B113-48A7871FE292}" destId="{35689AA2-35A1-594B-A970-C3BADC1113D0}" srcOrd="1" destOrd="0" presId="urn:microsoft.com/office/officeart/2016/7/layout/RepeatingBendingProcessNew"/>
    <dgm:cxn modelId="{03967E74-D30A-EF4C-9998-C9B0D3EC14E3}" type="presOf" srcId="{417A11AF-2532-4046-BB4C-64C978500951}" destId="{48E80901-214B-394F-8C8B-0DC21FE58D96}" srcOrd="0" destOrd="0" presId="urn:microsoft.com/office/officeart/2016/7/layout/RepeatingBendingProcessNew"/>
    <dgm:cxn modelId="{DDC77090-E882-C648-AE07-E1143653D873}" type="presOf" srcId="{4CE13100-EE88-467C-826A-F4EA54FFCC84}" destId="{97D82545-3916-B14A-8464-375A7E262EEE}" srcOrd="1" destOrd="0" presId="urn:microsoft.com/office/officeart/2016/7/layout/RepeatingBendingProcessNew"/>
    <dgm:cxn modelId="{7D2CED92-69F5-4C48-8D35-B0A840A8B3F5}" type="presOf" srcId="{4FA8E219-292A-4A3A-B996-1FA7114554B5}" destId="{AFAF9654-1210-8549-8B8A-A48770C0749A}" srcOrd="0" destOrd="0" presId="urn:microsoft.com/office/officeart/2016/7/layout/RepeatingBendingProcessNew"/>
    <dgm:cxn modelId="{30675A94-42D5-4211-B8A6-82D7DDC7618C}" srcId="{45F89151-2FBD-4A28-B697-E0E0FE57BB81}" destId="{3F7C3BA6-05E4-4507-B9D4-BAF1D9CD2C0E}" srcOrd="8" destOrd="0" parTransId="{784DC4BE-1919-437F-9B14-46D85DE7AC9F}" sibTransId="{D9DE6E00-81FE-4221-B113-48A7871FE292}"/>
    <dgm:cxn modelId="{8FEBE69A-4BA7-AA44-BF6E-3C63E46A5DAE}" type="presOf" srcId="{32167DDC-1C48-4B85-B2F5-F81EC72BDC58}" destId="{875670FF-0734-7247-A714-BE51B3BCBBE4}" srcOrd="1" destOrd="0" presId="urn:microsoft.com/office/officeart/2016/7/layout/RepeatingBendingProcessNew"/>
    <dgm:cxn modelId="{F8B4039D-E147-7742-B198-4385C584D6B5}" type="presOf" srcId="{7ED4B03C-DFD9-48A6-8C70-6BBE04C45F37}" destId="{B51A6DC9-D5F6-B14E-A50B-F6EB6F19D334}" srcOrd="0" destOrd="0" presId="urn:microsoft.com/office/officeart/2016/7/layout/RepeatingBendingProcessNew"/>
    <dgm:cxn modelId="{D23D2A9F-E2AC-464A-BB9A-08C6772617FF}" type="presOf" srcId="{45F89151-2FBD-4A28-B697-E0E0FE57BB81}" destId="{43662961-188D-F840-82F3-42A863E453F6}" srcOrd="0" destOrd="0" presId="urn:microsoft.com/office/officeart/2016/7/layout/RepeatingBendingProcessNew"/>
    <dgm:cxn modelId="{743D1AA8-2152-4823-AE5B-3703C3A04DF4}" srcId="{45F89151-2FBD-4A28-B697-E0E0FE57BB81}" destId="{34D49ADA-8B89-4CC4-A462-B391A7304B69}" srcOrd="12" destOrd="0" parTransId="{AB0E8733-AFED-4D65-BB93-1333041253FC}" sibTransId="{37DCC854-F2A5-4320-890C-73D5F0B32E9E}"/>
    <dgm:cxn modelId="{B06647B2-3333-9C4B-B1A0-904D00993477}" type="presOf" srcId="{A97797DA-0334-47A9-B0D2-2A540FDE6079}" destId="{28E45C26-4BDD-A248-A0D6-FC95B1C32BC2}" srcOrd="0" destOrd="0" presId="urn:microsoft.com/office/officeart/2016/7/layout/RepeatingBendingProcessNew"/>
    <dgm:cxn modelId="{4F042FB3-87DA-764C-8E61-6E4DB8B42850}" type="presOf" srcId="{38D8AE39-519D-433D-97C2-1264A8FD395A}" destId="{758AE939-2699-574F-B837-2D5C11AA34C8}" srcOrd="1" destOrd="0" presId="urn:microsoft.com/office/officeart/2016/7/layout/RepeatingBendingProcessNew"/>
    <dgm:cxn modelId="{7AF9EEB4-D3AA-104E-B78D-65432F0F090C}" type="presOf" srcId="{E2BA3EA4-C95F-4326-939B-E0ACFB2F6B91}" destId="{0D51EB30-099C-6D4D-AD36-4E78C98E08C6}" srcOrd="0" destOrd="0" presId="urn:microsoft.com/office/officeart/2016/7/layout/RepeatingBendingProcessNew"/>
    <dgm:cxn modelId="{047EA8B9-CA7A-5F42-A530-801C4CE2215D}" type="presOf" srcId="{38D8AE39-519D-433D-97C2-1264A8FD395A}" destId="{0548F362-8AEE-AB4B-8455-571C7B575952}" srcOrd="0" destOrd="0" presId="urn:microsoft.com/office/officeart/2016/7/layout/RepeatingBendingProcessNew"/>
    <dgm:cxn modelId="{D3566ABD-84F9-A04C-8F1C-37997B7E476E}" type="presOf" srcId="{32167DDC-1C48-4B85-B2F5-F81EC72BDC58}" destId="{DBD979AF-8BFE-C241-8A28-446E4D341F94}" srcOrd="0" destOrd="0" presId="urn:microsoft.com/office/officeart/2016/7/layout/RepeatingBendingProcessNew"/>
    <dgm:cxn modelId="{267EBFC1-4C07-4DB9-B210-050B51B934EC}" srcId="{45F89151-2FBD-4A28-B697-E0E0FE57BB81}" destId="{40FE6D08-FD09-4BE0-BCBE-FBE7DB2FF145}" srcOrd="9" destOrd="0" parTransId="{B345E10F-34AD-4648-8B7C-5E6FBACBA9D4}" sibTransId="{7ED4B03C-DFD9-48A6-8C70-6BBE04C45F37}"/>
    <dgm:cxn modelId="{362295C4-A91A-2A4C-9878-BD9094D2A209}" type="presOf" srcId="{5EB07480-A55E-43C2-84C9-C0553F9F99B8}" destId="{ED68CE40-1E58-B647-8B62-3E2CF2044BDD}" srcOrd="0" destOrd="0" presId="urn:microsoft.com/office/officeart/2016/7/layout/RepeatingBendingProcessNew"/>
    <dgm:cxn modelId="{3437CFC8-B05D-6A45-AB25-D817A027C1A0}" type="presOf" srcId="{AFC1060C-4F34-48D9-8078-D9937453C407}" destId="{9A241C25-845B-8B4B-AF9D-10F5FC0754D7}" srcOrd="0" destOrd="0" presId="urn:microsoft.com/office/officeart/2016/7/layout/RepeatingBendingProcessNew"/>
    <dgm:cxn modelId="{7A0A42CB-991E-4DD8-AABC-B0FB34F74AB4}" srcId="{45F89151-2FBD-4A28-B697-E0E0FE57BB81}" destId="{DC113237-A1D1-4D8C-BD93-3E0662F81398}" srcOrd="1" destOrd="0" parTransId="{C20A8050-DF3D-4499-9807-4CBABAB00D1B}" sibTransId="{4CE13100-EE88-467C-826A-F4EA54FFCC84}"/>
    <dgm:cxn modelId="{BDF270D1-6667-A44A-B7F9-D35969FA9F7D}" type="presOf" srcId="{87130F1F-5F49-4145-BE8A-39AA99672C71}" destId="{D20CD050-0CF6-5949-8A66-60C964CC0875}" srcOrd="0" destOrd="0" presId="urn:microsoft.com/office/officeart/2016/7/layout/RepeatingBendingProcessNew"/>
    <dgm:cxn modelId="{4F8BB4D1-D95A-8347-A846-AFF187EE77C4}" type="presOf" srcId="{F033A295-ED6B-458B-8B2F-06596134B65B}" destId="{4D5E935C-FC36-2443-B858-0B5E4DE14E06}" srcOrd="0" destOrd="0" presId="urn:microsoft.com/office/officeart/2016/7/layout/RepeatingBendingProcessNew"/>
    <dgm:cxn modelId="{200CADD4-CEFF-CB44-B949-D96842D295CA}" type="presOf" srcId="{F1E92DED-EE79-4CE8-8C49-8E0D4D23CB8C}" destId="{5753AE9C-8435-7D4A-8E24-995FD42A50C1}" srcOrd="0" destOrd="0" presId="urn:microsoft.com/office/officeart/2016/7/layout/RepeatingBendingProcessNew"/>
    <dgm:cxn modelId="{C47DECD8-9D91-784E-8395-18F3A9438A6C}" type="presOf" srcId="{A97797DA-0334-47A9-B0D2-2A540FDE6079}" destId="{D6FD4913-0244-0547-AEB4-09BCE57C480C}" srcOrd="1" destOrd="0" presId="urn:microsoft.com/office/officeart/2016/7/layout/RepeatingBendingProcessNew"/>
    <dgm:cxn modelId="{4D4118DA-4284-4738-96E2-8854E77CC0DE}" srcId="{45F89151-2FBD-4A28-B697-E0E0FE57BB81}" destId="{5EB07480-A55E-43C2-84C9-C0553F9F99B8}" srcOrd="3" destOrd="0" parTransId="{AFF7B90D-E631-4518-A97B-7731543D6DD9}" sibTransId="{A97797DA-0334-47A9-B0D2-2A540FDE6079}"/>
    <dgm:cxn modelId="{980055DA-9480-D547-891C-0121E2811B72}" type="presOf" srcId="{34D49ADA-8B89-4CC4-A462-B391A7304B69}" destId="{4DF0249C-FBEA-A147-A197-EAC8CD448E82}" srcOrd="0" destOrd="0" presId="urn:microsoft.com/office/officeart/2016/7/layout/RepeatingBendingProcessNew"/>
    <dgm:cxn modelId="{094535DC-7C41-4EE6-A242-45C639F74955}" srcId="{45F89151-2FBD-4A28-B697-E0E0FE57BB81}" destId="{D44EA2A0-E1AD-4FFE-AE96-76E65834B611}" srcOrd="13" destOrd="0" parTransId="{8A95E69F-E10E-41C5-82D3-B140927A4C8C}" sibTransId="{4FA8E219-292A-4A3A-B996-1FA7114554B5}"/>
    <dgm:cxn modelId="{2676C1E2-AD42-4F6F-99E3-B616A6C2E596}" srcId="{45F89151-2FBD-4A28-B697-E0E0FE57BB81}" destId="{417A11AF-2532-4046-BB4C-64C978500951}" srcOrd="4" destOrd="0" parTransId="{D3FE51CB-9CDA-4642-8C8B-893B877BF788}" sibTransId="{471B716C-A081-4F4F-854B-C6511A3A7B71}"/>
    <dgm:cxn modelId="{B64D22E3-04FD-488D-82BC-7AD755A23794}" srcId="{45F89151-2FBD-4A28-B697-E0E0FE57BB81}" destId="{2B474E7E-13F9-4313-B465-993CC6260F66}" srcOrd="2" destOrd="0" parTransId="{D577AC09-7EFE-4B68-9DF5-DB95A11736B1}" sibTransId="{EBD1ED14-B2D8-4382-887A-D077F71BE987}"/>
    <dgm:cxn modelId="{BA08A4E3-E0C2-3A4A-B481-D750642C77AB}" type="presOf" srcId="{7EC9004E-BF80-4DB2-BD56-79B79E39EA12}" destId="{E57AB1D4-6A8F-0E40-A06E-9F115A646C6E}" srcOrd="1" destOrd="0" presId="urn:microsoft.com/office/officeart/2016/7/layout/RepeatingBendingProcessNew"/>
    <dgm:cxn modelId="{C201A7E4-5A33-6C47-9DFF-4C5EE95857A5}" type="presOf" srcId="{4FA8E219-292A-4A3A-B996-1FA7114554B5}" destId="{E9510C70-162E-ED43-8BE8-09AEE9C9B86F}" srcOrd="1" destOrd="0" presId="urn:microsoft.com/office/officeart/2016/7/layout/RepeatingBendingProcessNew"/>
    <dgm:cxn modelId="{E9DDF0E8-E3AF-554A-8D01-A4A7884FA15C}" type="presOf" srcId="{5B9B8A07-E1B8-4781-8579-4F6553FFA278}" destId="{2086DD9F-8F02-D448-B47B-B70E1BB64D74}" srcOrd="0" destOrd="0" presId="urn:microsoft.com/office/officeart/2016/7/layout/RepeatingBendingProcessNew"/>
    <dgm:cxn modelId="{D74A24EF-40E4-B54D-8BD9-91CF907EEA1D}" type="presOf" srcId="{D9DE6E00-81FE-4221-B113-48A7871FE292}" destId="{C02A1C2E-1081-584A-A5D9-22F47EF19124}" srcOrd="0" destOrd="0" presId="urn:microsoft.com/office/officeart/2016/7/layout/RepeatingBendingProcessNew"/>
    <dgm:cxn modelId="{83949EF0-48BA-164C-8A11-E538E421C144}" type="presOf" srcId="{4CE13100-EE88-467C-826A-F4EA54FFCC84}" destId="{11EABE5A-0B3F-3E47-AAF2-B39DD9C1F002}" srcOrd="0" destOrd="0" presId="urn:microsoft.com/office/officeart/2016/7/layout/RepeatingBendingProcessNew"/>
    <dgm:cxn modelId="{4207B3F0-5DEC-41A9-90AE-7BFCDC1349DA}" srcId="{45F89151-2FBD-4A28-B697-E0E0FE57BB81}" destId="{3C5F16A4-799F-4DEB-B011-F5E2CF517038}" srcOrd="14" destOrd="0" parTransId="{03C56F60-CAF7-45C8-A6CC-E57726E226C2}" sibTransId="{5B9B8A07-E1B8-4781-8579-4F6553FFA278}"/>
    <dgm:cxn modelId="{C29CA0F6-9B12-534A-9DF2-125895ADD44E}" type="presOf" srcId="{6DF77758-5F83-47C9-A8EC-C830EC72211D}" destId="{C5814F48-4151-694C-AF6F-0CF89C411B86}" srcOrd="0" destOrd="0" presId="urn:microsoft.com/office/officeart/2016/7/layout/RepeatingBendingProcessNew"/>
    <dgm:cxn modelId="{6575D2F6-05EC-6341-B5F4-25FCC1AE1B9D}" type="presOf" srcId="{424D07ED-0E89-47BA-B064-E2A3CAEDE106}" destId="{83149C5D-D4E0-A943-9619-3E62D67B9634}" srcOrd="1" destOrd="0" presId="urn:microsoft.com/office/officeart/2016/7/layout/RepeatingBendingProcessNew"/>
    <dgm:cxn modelId="{5804CAF7-6043-6549-A9BF-E1AF6CE6D61E}" type="presOf" srcId="{EBD1ED14-B2D8-4382-887A-D077F71BE987}" destId="{7C0A8BEB-4D79-EA48-820F-6CD472BF01DB}" srcOrd="1" destOrd="0" presId="urn:microsoft.com/office/officeart/2016/7/layout/RepeatingBendingProcessNew"/>
    <dgm:cxn modelId="{8D44ABF9-575D-F84B-B64F-BAF2E8B94497}" type="presOf" srcId="{EBD1ED14-B2D8-4382-887A-D077F71BE987}" destId="{75A60F38-EE36-3646-8F88-468E5F91C9D6}" srcOrd="0" destOrd="0" presId="urn:microsoft.com/office/officeart/2016/7/layout/RepeatingBendingProcessNew"/>
    <dgm:cxn modelId="{09951EFD-9847-4701-B395-18B472EBA7A8}" srcId="{45F89151-2FBD-4A28-B697-E0E0FE57BB81}" destId="{6DF77758-5F83-47C9-A8EC-C830EC72211D}" srcOrd="6" destOrd="0" parTransId="{FC58FA6B-AC6D-493A-8AB1-2163BBAFE1B1}" sibTransId="{424D07ED-0E89-47BA-B064-E2A3CAEDE106}"/>
    <dgm:cxn modelId="{6B5D0F1B-8B61-D04F-8A02-3B2B389F6B91}" type="presParOf" srcId="{43662961-188D-F840-82F3-42A863E453F6}" destId="{D20CD050-0CF6-5949-8A66-60C964CC0875}" srcOrd="0" destOrd="0" presId="urn:microsoft.com/office/officeart/2016/7/layout/RepeatingBendingProcessNew"/>
    <dgm:cxn modelId="{CC8356DB-6965-9745-B35F-F47B59C36FA2}" type="presParOf" srcId="{43662961-188D-F840-82F3-42A863E453F6}" destId="{E67916CD-B28B-7B4B-829E-EE1309DF400D}" srcOrd="1" destOrd="0" presId="urn:microsoft.com/office/officeart/2016/7/layout/RepeatingBendingProcessNew"/>
    <dgm:cxn modelId="{762DF228-FB06-864D-854B-7215FEBFFB38}" type="presParOf" srcId="{E67916CD-B28B-7B4B-829E-EE1309DF400D}" destId="{D7590F03-5845-974F-8747-BCAB6EDD0A10}" srcOrd="0" destOrd="0" presId="urn:microsoft.com/office/officeart/2016/7/layout/RepeatingBendingProcessNew"/>
    <dgm:cxn modelId="{17B151DC-5B70-FA48-AF26-02C1488728F1}" type="presParOf" srcId="{43662961-188D-F840-82F3-42A863E453F6}" destId="{AC9F83D7-1D72-8141-B69C-0FC6298BE631}" srcOrd="2" destOrd="0" presId="urn:microsoft.com/office/officeart/2016/7/layout/RepeatingBendingProcessNew"/>
    <dgm:cxn modelId="{A004C6EA-59F2-B44E-BE49-3E07D06228A8}" type="presParOf" srcId="{43662961-188D-F840-82F3-42A863E453F6}" destId="{11EABE5A-0B3F-3E47-AAF2-B39DD9C1F002}" srcOrd="3" destOrd="0" presId="urn:microsoft.com/office/officeart/2016/7/layout/RepeatingBendingProcessNew"/>
    <dgm:cxn modelId="{E16F82A6-1A9D-E547-85FC-DDF72EB43512}" type="presParOf" srcId="{11EABE5A-0B3F-3E47-AAF2-B39DD9C1F002}" destId="{97D82545-3916-B14A-8464-375A7E262EEE}" srcOrd="0" destOrd="0" presId="urn:microsoft.com/office/officeart/2016/7/layout/RepeatingBendingProcessNew"/>
    <dgm:cxn modelId="{E5A8CAF3-5B94-7E4E-9CFF-292A7EA0521F}" type="presParOf" srcId="{43662961-188D-F840-82F3-42A863E453F6}" destId="{E1A66A55-A7F9-CA42-9691-170CA39EDB1E}" srcOrd="4" destOrd="0" presId="urn:microsoft.com/office/officeart/2016/7/layout/RepeatingBendingProcessNew"/>
    <dgm:cxn modelId="{780BE3F7-FF32-9E42-A56E-E97311BB4162}" type="presParOf" srcId="{43662961-188D-F840-82F3-42A863E453F6}" destId="{75A60F38-EE36-3646-8F88-468E5F91C9D6}" srcOrd="5" destOrd="0" presId="urn:microsoft.com/office/officeart/2016/7/layout/RepeatingBendingProcessNew"/>
    <dgm:cxn modelId="{D79689F0-E6AC-3C4C-B391-405C926F2DC0}" type="presParOf" srcId="{75A60F38-EE36-3646-8F88-468E5F91C9D6}" destId="{7C0A8BEB-4D79-EA48-820F-6CD472BF01DB}" srcOrd="0" destOrd="0" presId="urn:microsoft.com/office/officeart/2016/7/layout/RepeatingBendingProcessNew"/>
    <dgm:cxn modelId="{29D6C7B1-20B7-C848-AED7-AF669222C814}" type="presParOf" srcId="{43662961-188D-F840-82F3-42A863E453F6}" destId="{ED68CE40-1E58-B647-8B62-3E2CF2044BDD}" srcOrd="6" destOrd="0" presId="urn:microsoft.com/office/officeart/2016/7/layout/RepeatingBendingProcessNew"/>
    <dgm:cxn modelId="{A3D547FE-C45F-004B-9B6D-2A6D08072D6B}" type="presParOf" srcId="{43662961-188D-F840-82F3-42A863E453F6}" destId="{28E45C26-4BDD-A248-A0D6-FC95B1C32BC2}" srcOrd="7" destOrd="0" presId="urn:microsoft.com/office/officeart/2016/7/layout/RepeatingBendingProcessNew"/>
    <dgm:cxn modelId="{6BD6D9BE-373A-6041-A5F9-C529236213DE}" type="presParOf" srcId="{28E45C26-4BDD-A248-A0D6-FC95B1C32BC2}" destId="{D6FD4913-0244-0547-AEB4-09BCE57C480C}" srcOrd="0" destOrd="0" presId="urn:microsoft.com/office/officeart/2016/7/layout/RepeatingBendingProcessNew"/>
    <dgm:cxn modelId="{9B48BFCB-D7FA-DE4D-8E3C-17D9EAFAF027}" type="presParOf" srcId="{43662961-188D-F840-82F3-42A863E453F6}" destId="{48E80901-214B-394F-8C8B-0DC21FE58D96}" srcOrd="8" destOrd="0" presId="urn:microsoft.com/office/officeart/2016/7/layout/RepeatingBendingProcessNew"/>
    <dgm:cxn modelId="{C749E8DA-9602-A143-930C-F3855E8CE4F4}" type="presParOf" srcId="{43662961-188D-F840-82F3-42A863E453F6}" destId="{5D5C6E0A-1714-804F-AF7F-109DB665B5D8}" srcOrd="9" destOrd="0" presId="urn:microsoft.com/office/officeart/2016/7/layout/RepeatingBendingProcessNew"/>
    <dgm:cxn modelId="{B5C1D730-653B-4949-AF1B-805B7A453862}" type="presParOf" srcId="{5D5C6E0A-1714-804F-AF7F-109DB665B5D8}" destId="{D58D0A3B-7784-BF46-8627-F70247AF884B}" srcOrd="0" destOrd="0" presId="urn:microsoft.com/office/officeart/2016/7/layout/RepeatingBendingProcessNew"/>
    <dgm:cxn modelId="{E8ED0B07-82CD-5A4B-B7E0-51AC0BF3B588}" type="presParOf" srcId="{43662961-188D-F840-82F3-42A863E453F6}" destId="{9A241C25-845B-8B4B-AF9D-10F5FC0754D7}" srcOrd="10" destOrd="0" presId="urn:microsoft.com/office/officeart/2016/7/layout/RepeatingBendingProcessNew"/>
    <dgm:cxn modelId="{16BB31B0-0D47-7D46-A2B0-9091BB684322}" type="presParOf" srcId="{43662961-188D-F840-82F3-42A863E453F6}" destId="{5753AE9C-8435-7D4A-8E24-995FD42A50C1}" srcOrd="11" destOrd="0" presId="urn:microsoft.com/office/officeart/2016/7/layout/RepeatingBendingProcessNew"/>
    <dgm:cxn modelId="{809E71A8-CB4B-0542-9A51-7D36C45D7738}" type="presParOf" srcId="{5753AE9C-8435-7D4A-8E24-995FD42A50C1}" destId="{DCD65643-9778-BE4C-8A34-D241F1996D58}" srcOrd="0" destOrd="0" presId="urn:microsoft.com/office/officeart/2016/7/layout/RepeatingBendingProcessNew"/>
    <dgm:cxn modelId="{3F3480DE-9A02-2C41-AEB4-01C61CD4E6DD}" type="presParOf" srcId="{43662961-188D-F840-82F3-42A863E453F6}" destId="{C5814F48-4151-694C-AF6F-0CF89C411B86}" srcOrd="12" destOrd="0" presId="urn:microsoft.com/office/officeart/2016/7/layout/RepeatingBendingProcessNew"/>
    <dgm:cxn modelId="{15CA749D-E1FB-7540-AD7B-A6F9E001693D}" type="presParOf" srcId="{43662961-188D-F840-82F3-42A863E453F6}" destId="{78DCEBC0-F86B-5A4D-92A3-E3E8E4AC2765}" srcOrd="13" destOrd="0" presId="urn:microsoft.com/office/officeart/2016/7/layout/RepeatingBendingProcessNew"/>
    <dgm:cxn modelId="{D72EBC86-00F7-8545-A5C6-564559EF215B}" type="presParOf" srcId="{78DCEBC0-F86B-5A4D-92A3-E3E8E4AC2765}" destId="{83149C5D-D4E0-A943-9619-3E62D67B9634}" srcOrd="0" destOrd="0" presId="urn:microsoft.com/office/officeart/2016/7/layout/RepeatingBendingProcessNew"/>
    <dgm:cxn modelId="{43ADFFD8-1572-CC4B-B2B6-782501A39D42}" type="presParOf" srcId="{43662961-188D-F840-82F3-42A863E453F6}" destId="{4876B419-271B-CE4F-9A08-93BBF2F56682}" srcOrd="14" destOrd="0" presId="urn:microsoft.com/office/officeart/2016/7/layout/RepeatingBendingProcessNew"/>
    <dgm:cxn modelId="{CE8931A0-C7AD-CE41-9010-6E6EC516E7A6}" type="presParOf" srcId="{43662961-188D-F840-82F3-42A863E453F6}" destId="{0548F362-8AEE-AB4B-8455-571C7B575952}" srcOrd="15" destOrd="0" presId="urn:microsoft.com/office/officeart/2016/7/layout/RepeatingBendingProcessNew"/>
    <dgm:cxn modelId="{EBCAC9CF-C422-A943-BB09-D345BF48FBE5}" type="presParOf" srcId="{0548F362-8AEE-AB4B-8455-571C7B575952}" destId="{758AE939-2699-574F-B837-2D5C11AA34C8}" srcOrd="0" destOrd="0" presId="urn:microsoft.com/office/officeart/2016/7/layout/RepeatingBendingProcessNew"/>
    <dgm:cxn modelId="{DA1A67FE-73A4-014B-AC8A-B19B1C9CA84F}" type="presParOf" srcId="{43662961-188D-F840-82F3-42A863E453F6}" destId="{255CE115-28C1-F044-AF04-2F895E2C03E5}" srcOrd="16" destOrd="0" presId="urn:microsoft.com/office/officeart/2016/7/layout/RepeatingBendingProcessNew"/>
    <dgm:cxn modelId="{BC13FF2D-F819-4546-91BA-A721E4609D77}" type="presParOf" srcId="{43662961-188D-F840-82F3-42A863E453F6}" destId="{C02A1C2E-1081-584A-A5D9-22F47EF19124}" srcOrd="17" destOrd="0" presId="urn:microsoft.com/office/officeart/2016/7/layout/RepeatingBendingProcessNew"/>
    <dgm:cxn modelId="{64DCDEF1-7187-B04F-AF70-EAC2F4026E5A}" type="presParOf" srcId="{C02A1C2E-1081-584A-A5D9-22F47EF19124}" destId="{35689AA2-35A1-594B-A970-C3BADC1113D0}" srcOrd="0" destOrd="0" presId="urn:microsoft.com/office/officeart/2016/7/layout/RepeatingBendingProcessNew"/>
    <dgm:cxn modelId="{837F21EC-F01B-334A-B3BE-C5684388BEC5}" type="presParOf" srcId="{43662961-188D-F840-82F3-42A863E453F6}" destId="{FF3EFA8F-B8CA-4F43-8E49-EE679B6F8E74}" srcOrd="18" destOrd="0" presId="urn:microsoft.com/office/officeart/2016/7/layout/RepeatingBendingProcessNew"/>
    <dgm:cxn modelId="{09CFDEC5-2F96-E747-B186-CBB4CE924B66}" type="presParOf" srcId="{43662961-188D-F840-82F3-42A863E453F6}" destId="{B51A6DC9-D5F6-B14E-A50B-F6EB6F19D334}" srcOrd="19" destOrd="0" presId="urn:microsoft.com/office/officeart/2016/7/layout/RepeatingBendingProcessNew"/>
    <dgm:cxn modelId="{FB38B523-646B-964D-B639-53F97A752ADD}" type="presParOf" srcId="{B51A6DC9-D5F6-B14E-A50B-F6EB6F19D334}" destId="{08B8E117-793D-E94A-9BF3-326CDB4E5F3D}" srcOrd="0" destOrd="0" presId="urn:microsoft.com/office/officeart/2016/7/layout/RepeatingBendingProcessNew"/>
    <dgm:cxn modelId="{D68A001D-0CD0-EA4D-9E57-A9107D1C40EB}" type="presParOf" srcId="{43662961-188D-F840-82F3-42A863E453F6}" destId="{4D5E935C-FC36-2443-B858-0B5E4DE14E06}" srcOrd="20" destOrd="0" presId="urn:microsoft.com/office/officeart/2016/7/layout/RepeatingBendingProcessNew"/>
    <dgm:cxn modelId="{B779A506-46F8-ED45-BF63-FD8907FE7B0C}" type="presParOf" srcId="{43662961-188D-F840-82F3-42A863E453F6}" destId="{DBD979AF-8BFE-C241-8A28-446E4D341F94}" srcOrd="21" destOrd="0" presId="urn:microsoft.com/office/officeart/2016/7/layout/RepeatingBendingProcessNew"/>
    <dgm:cxn modelId="{1C13A8EA-0121-064A-B3E2-A5CE96361B55}" type="presParOf" srcId="{DBD979AF-8BFE-C241-8A28-446E4D341F94}" destId="{875670FF-0734-7247-A714-BE51B3BCBBE4}" srcOrd="0" destOrd="0" presId="urn:microsoft.com/office/officeart/2016/7/layout/RepeatingBendingProcessNew"/>
    <dgm:cxn modelId="{6BF497F9-F726-C243-B6D3-40EF8D48C320}" type="presParOf" srcId="{43662961-188D-F840-82F3-42A863E453F6}" destId="{0D51EB30-099C-6D4D-AD36-4E78C98E08C6}" srcOrd="22" destOrd="0" presId="urn:microsoft.com/office/officeart/2016/7/layout/RepeatingBendingProcessNew"/>
    <dgm:cxn modelId="{D33B0EA1-81D4-E64C-AF92-79E24FA359E0}" type="presParOf" srcId="{43662961-188D-F840-82F3-42A863E453F6}" destId="{7B1BAF45-DD5A-3B4C-AB25-689BB887F82E}" srcOrd="23" destOrd="0" presId="urn:microsoft.com/office/officeart/2016/7/layout/RepeatingBendingProcessNew"/>
    <dgm:cxn modelId="{D803B758-F206-FD4F-8396-DC8FB1A5AAE5}" type="presParOf" srcId="{7B1BAF45-DD5A-3B4C-AB25-689BB887F82E}" destId="{E57AB1D4-6A8F-0E40-A06E-9F115A646C6E}" srcOrd="0" destOrd="0" presId="urn:microsoft.com/office/officeart/2016/7/layout/RepeatingBendingProcessNew"/>
    <dgm:cxn modelId="{3E3756C1-AFB6-294F-A471-54916BD20886}" type="presParOf" srcId="{43662961-188D-F840-82F3-42A863E453F6}" destId="{4DF0249C-FBEA-A147-A197-EAC8CD448E82}" srcOrd="24" destOrd="0" presId="urn:microsoft.com/office/officeart/2016/7/layout/RepeatingBendingProcessNew"/>
    <dgm:cxn modelId="{E226A796-106B-7143-9A97-BE6D1FA1D3BE}" type="presParOf" srcId="{43662961-188D-F840-82F3-42A863E453F6}" destId="{270EA230-1AB0-8848-8D05-DA5A410D294F}" srcOrd="25" destOrd="0" presId="urn:microsoft.com/office/officeart/2016/7/layout/RepeatingBendingProcessNew"/>
    <dgm:cxn modelId="{7D40372F-46CF-DA41-9823-2DE1933764DE}" type="presParOf" srcId="{270EA230-1AB0-8848-8D05-DA5A410D294F}" destId="{DC3653EC-4C34-074A-B74F-4DE16929B761}" srcOrd="0" destOrd="0" presId="urn:microsoft.com/office/officeart/2016/7/layout/RepeatingBendingProcessNew"/>
    <dgm:cxn modelId="{F381C291-DDCC-7241-95FB-644E474C1F9F}" type="presParOf" srcId="{43662961-188D-F840-82F3-42A863E453F6}" destId="{E6095C4F-A11D-204F-BB0F-62197771E005}" srcOrd="26" destOrd="0" presId="urn:microsoft.com/office/officeart/2016/7/layout/RepeatingBendingProcessNew"/>
    <dgm:cxn modelId="{0C14B5B4-524E-0F41-9930-00CE2D00E748}" type="presParOf" srcId="{43662961-188D-F840-82F3-42A863E453F6}" destId="{AFAF9654-1210-8549-8B8A-A48770C0749A}" srcOrd="27" destOrd="0" presId="urn:microsoft.com/office/officeart/2016/7/layout/RepeatingBendingProcessNew"/>
    <dgm:cxn modelId="{2FAD6E50-8B19-CD42-9D98-95971138D96D}" type="presParOf" srcId="{AFAF9654-1210-8549-8B8A-A48770C0749A}" destId="{E9510C70-162E-ED43-8BE8-09AEE9C9B86F}" srcOrd="0" destOrd="0" presId="urn:microsoft.com/office/officeart/2016/7/layout/RepeatingBendingProcessNew"/>
    <dgm:cxn modelId="{459864B4-12ED-1C44-ACC5-FFA3605FBDA3}" type="presParOf" srcId="{43662961-188D-F840-82F3-42A863E453F6}" destId="{99ED100A-D114-4347-B00B-9B7783DF11EF}" srcOrd="28" destOrd="0" presId="urn:microsoft.com/office/officeart/2016/7/layout/RepeatingBendingProcessNew"/>
    <dgm:cxn modelId="{076BDE5A-EB76-3642-B321-BA24DE4D43EA}" type="presParOf" srcId="{43662961-188D-F840-82F3-42A863E453F6}" destId="{2086DD9F-8F02-D448-B47B-B70E1BB64D74}" srcOrd="29" destOrd="0" presId="urn:microsoft.com/office/officeart/2016/7/layout/RepeatingBendingProcessNew"/>
    <dgm:cxn modelId="{EFC7395B-4BDE-1942-BBEA-ED741BB665C7}" type="presParOf" srcId="{2086DD9F-8F02-D448-B47B-B70E1BB64D74}" destId="{DCC2127A-A863-E34B-94E5-EADB9DF009F8}" srcOrd="0" destOrd="0" presId="urn:microsoft.com/office/officeart/2016/7/layout/RepeatingBendingProcessNew"/>
    <dgm:cxn modelId="{1D1BA3C7-19BB-2F45-93A4-469391254956}" type="presParOf" srcId="{43662961-188D-F840-82F3-42A863E453F6}" destId="{7CD97894-7459-2D42-A222-592E4DE13585}" srcOrd="3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92CA0B-F443-4045-9ED2-B81D673C62F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A28E47-A24B-4DC5-8BBB-16ABEFE061C0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Grafana’s Impact</a:t>
          </a:r>
          <a:r>
            <a:rPr lang="en-CA"/>
            <a:t>: Centralized, real-time hospital data</a:t>
          </a:r>
          <a:endParaRPr lang="en-US"/>
        </a:p>
      </dgm:t>
    </dgm:pt>
    <dgm:pt modelId="{99CCE202-F676-4E33-A0BB-4DCD76870526}" type="parTrans" cxnId="{67F4F2B7-2EE7-4E79-89CA-74FE37582D79}">
      <dgm:prSet/>
      <dgm:spPr/>
      <dgm:t>
        <a:bodyPr/>
        <a:lstStyle/>
        <a:p>
          <a:endParaRPr lang="en-US"/>
        </a:p>
      </dgm:t>
    </dgm:pt>
    <dgm:pt modelId="{FD9C958F-CECE-4DAC-8178-427C797893E5}" type="sibTrans" cxnId="{67F4F2B7-2EE7-4E79-89CA-74FE37582D79}">
      <dgm:prSet/>
      <dgm:spPr/>
      <dgm:t>
        <a:bodyPr/>
        <a:lstStyle/>
        <a:p>
          <a:endParaRPr lang="en-US"/>
        </a:p>
      </dgm:t>
    </dgm:pt>
    <dgm:pt modelId="{26DB83DE-C7C7-4D30-9759-16FDFBEDC7B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Stakeholder Benefits</a:t>
          </a:r>
          <a:r>
            <a:rPr lang="en-CA"/>
            <a:t>: Immediate insights, trend analysis, resource planning</a:t>
          </a:r>
          <a:endParaRPr lang="en-US"/>
        </a:p>
      </dgm:t>
    </dgm:pt>
    <dgm:pt modelId="{A9F1A5BA-12F5-4C19-988C-6829772EFE7D}" type="parTrans" cxnId="{B16C767E-2078-4E89-A968-0FE9D52275F3}">
      <dgm:prSet/>
      <dgm:spPr/>
      <dgm:t>
        <a:bodyPr/>
        <a:lstStyle/>
        <a:p>
          <a:endParaRPr lang="en-US"/>
        </a:p>
      </dgm:t>
    </dgm:pt>
    <dgm:pt modelId="{C534AFC5-D259-4F6E-85F3-99FD56D8DBEA}" type="sibTrans" cxnId="{B16C767E-2078-4E89-A968-0FE9D52275F3}">
      <dgm:prSet/>
      <dgm:spPr/>
      <dgm:t>
        <a:bodyPr/>
        <a:lstStyle/>
        <a:p>
          <a:endParaRPr lang="en-US"/>
        </a:p>
      </dgm:t>
    </dgm:pt>
    <dgm:pt modelId="{77B6F9B6-3242-467A-9059-69F75C9C1C5B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Key Takeaways</a:t>
          </a:r>
          <a:r>
            <a:rPr lang="en-CA"/>
            <a:t>:</a:t>
          </a:r>
          <a:endParaRPr lang="en-US"/>
        </a:p>
      </dgm:t>
    </dgm:pt>
    <dgm:pt modelId="{ECC8BED4-2152-4778-A461-A4934EA3D11D}" type="parTrans" cxnId="{1DD7ECC9-8CCC-4BFD-B586-E73DA324A501}">
      <dgm:prSet/>
      <dgm:spPr/>
      <dgm:t>
        <a:bodyPr/>
        <a:lstStyle/>
        <a:p>
          <a:endParaRPr lang="en-US"/>
        </a:p>
      </dgm:t>
    </dgm:pt>
    <dgm:pt modelId="{FAB5B0A2-9EF3-48E6-8434-95DD2081E894}" type="sibTrans" cxnId="{1DD7ECC9-8CCC-4BFD-B586-E73DA324A501}">
      <dgm:prSet/>
      <dgm:spPr/>
      <dgm:t>
        <a:bodyPr/>
        <a:lstStyle/>
        <a:p>
          <a:endParaRPr lang="en-US"/>
        </a:p>
      </dgm:t>
    </dgm:pt>
    <dgm:pt modelId="{94DEC21C-22F4-4973-8FDF-5EB7A9932954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1. Short-term vs. long-term metrics</a:t>
          </a:r>
          <a:endParaRPr lang="en-US"/>
        </a:p>
      </dgm:t>
    </dgm:pt>
    <dgm:pt modelId="{EC768C40-0466-4272-A8BA-21F6FDD53401}" type="parTrans" cxnId="{73BF271E-CE80-4605-9941-CB88C9F09CF1}">
      <dgm:prSet/>
      <dgm:spPr/>
      <dgm:t>
        <a:bodyPr/>
        <a:lstStyle/>
        <a:p>
          <a:endParaRPr lang="en-US"/>
        </a:p>
      </dgm:t>
    </dgm:pt>
    <dgm:pt modelId="{16828F6D-9FFB-4CB2-B0D0-FA51362E048B}" type="sibTrans" cxnId="{73BF271E-CE80-4605-9941-CB88C9F09CF1}">
      <dgm:prSet/>
      <dgm:spPr/>
      <dgm:t>
        <a:bodyPr/>
        <a:lstStyle/>
        <a:p>
          <a:endParaRPr lang="en-US"/>
        </a:p>
      </dgm:t>
    </dgm:pt>
    <dgm:pt modelId="{16FA4139-9199-48DC-ADCA-1C691CAEAA1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2. Multi-hospital &amp; geo comparisons</a:t>
          </a:r>
          <a:endParaRPr lang="en-US"/>
        </a:p>
      </dgm:t>
    </dgm:pt>
    <dgm:pt modelId="{05DF2FEE-C173-422C-A74B-D8EF89489A3B}" type="parTrans" cxnId="{7D5D2663-E465-4C78-BC23-2C3ADFFE50F7}">
      <dgm:prSet/>
      <dgm:spPr/>
      <dgm:t>
        <a:bodyPr/>
        <a:lstStyle/>
        <a:p>
          <a:endParaRPr lang="en-US"/>
        </a:p>
      </dgm:t>
    </dgm:pt>
    <dgm:pt modelId="{F18067BD-F222-47A6-BD25-1501D8051B33}" type="sibTrans" cxnId="{7D5D2663-E465-4C78-BC23-2C3ADFFE50F7}">
      <dgm:prSet/>
      <dgm:spPr/>
      <dgm:t>
        <a:bodyPr/>
        <a:lstStyle/>
        <a:p>
          <a:endParaRPr lang="en-US"/>
        </a:p>
      </dgm:t>
    </dgm:pt>
    <dgm:pt modelId="{B476199F-1B47-46A1-854A-7B797BC1387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3. Actionable visuals</a:t>
          </a:r>
          <a:endParaRPr lang="en-US"/>
        </a:p>
      </dgm:t>
    </dgm:pt>
    <dgm:pt modelId="{2B216368-59F4-450C-97B9-4E8D78DEDC8D}" type="parTrans" cxnId="{55656E66-34A6-4A1A-9108-35DC70771927}">
      <dgm:prSet/>
      <dgm:spPr/>
      <dgm:t>
        <a:bodyPr/>
        <a:lstStyle/>
        <a:p>
          <a:endParaRPr lang="en-US"/>
        </a:p>
      </dgm:t>
    </dgm:pt>
    <dgm:pt modelId="{143CAA71-93A0-488D-9A3A-CBCAFF610896}" type="sibTrans" cxnId="{55656E66-34A6-4A1A-9108-35DC70771927}">
      <dgm:prSet/>
      <dgm:spPr/>
      <dgm:t>
        <a:bodyPr/>
        <a:lstStyle/>
        <a:p>
          <a:endParaRPr lang="en-US"/>
        </a:p>
      </dgm:t>
    </dgm:pt>
    <dgm:pt modelId="{F2953656-3594-4B1F-B942-DA58713BCA5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Looking Ahead</a:t>
          </a:r>
          <a:r>
            <a:rPr lang="en-CA"/>
            <a:t>: Alerts, predictive analytics, deeper drill-downs</a:t>
          </a:r>
          <a:endParaRPr lang="en-US"/>
        </a:p>
      </dgm:t>
    </dgm:pt>
    <dgm:pt modelId="{828AEC49-5F2A-43C8-B0A2-31F13D3F9E4F}" type="parTrans" cxnId="{80F0A3F3-72BB-4296-BC1D-6863894998E7}">
      <dgm:prSet/>
      <dgm:spPr/>
      <dgm:t>
        <a:bodyPr/>
        <a:lstStyle/>
        <a:p>
          <a:endParaRPr lang="en-US"/>
        </a:p>
      </dgm:t>
    </dgm:pt>
    <dgm:pt modelId="{391CAD62-4AE0-4EDA-B53A-1F5E7CBE6A40}" type="sibTrans" cxnId="{80F0A3F3-72BB-4296-BC1D-6863894998E7}">
      <dgm:prSet/>
      <dgm:spPr/>
      <dgm:t>
        <a:bodyPr/>
        <a:lstStyle/>
        <a:p>
          <a:endParaRPr lang="en-US"/>
        </a:p>
      </dgm:t>
    </dgm:pt>
    <dgm:pt modelId="{1D601CC9-2807-4341-9AA1-DBEA8A823B23}" type="pres">
      <dgm:prSet presAssocID="{F592CA0B-F443-4045-9ED2-B81D673C62FE}" presName="root" presStyleCnt="0">
        <dgm:presLayoutVars>
          <dgm:dir/>
          <dgm:resizeHandles val="exact"/>
        </dgm:presLayoutVars>
      </dgm:prSet>
      <dgm:spPr/>
    </dgm:pt>
    <dgm:pt modelId="{2D1D3947-0F5D-4955-9735-5B1A4974B2D0}" type="pres">
      <dgm:prSet presAssocID="{A0A28E47-A24B-4DC5-8BBB-16ABEFE061C0}" presName="compNode" presStyleCnt="0"/>
      <dgm:spPr/>
    </dgm:pt>
    <dgm:pt modelId="{1F863AC6-FD16-4081-ADF6-44C9ECB4D6FB}" type="pres">
      <dgm:prSet presAssocID="{A0A28E47-A24B-4DC5-8BBB-16ABEFE061C0}" presName="bgRect" presStyleLbl="bgShp" presStyleIdx="0" presStyleCnt="7"/>
      <dgm:spPr/>
    </dgm:pt>
    <dgm:pt modelId="{9993836B-BC0C-4DD4-A695-0BFC317A58DD}" type="pres">
      <dgm:prSet presAssocID="{A0A28E47-A24B-4DC5-8BBB-16ABEFE061C0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EC56D8F-D808-4232-BF61-F979A681B6F3}" type="pres">
      <dgm:prSet presAssocID="{A0A28E47-A24B-4DC5-8BBB-16ABEFE061C0}" presName="spaceRect" presStyleCnt="0"/>
      <dgm:spPr/>
    </dgm:pt>
    <dgm:pt modelId="{32450C1C-8054-4A37-8461-AE655AF18A95}" type="pres">
      <dgm:prSet presAssocID="{A0A28E47-A24B-4DC5-8BBB-16ABEFE061C0}" presName="parTx" presStyleLbl="revTx" presStyleIdx="0" presStyleCnt="7">
        <dgm:presLayoutVars>
          <dgm:chMax val="0"/>
          <dgm:chPref val="0"/>
        </dgm:presLayoutVars>
      </dgm:prSet>
      <dgm:spPr/>
    </dgm:pt>
    <dgm:pt modelId="{319FC62F-1D34-4B51-B12B-AB7DD61F2209}" type="pres">
      <dgm:prSet presAssocID="{FD9C958F-CECE-4DAC-8178-427C797893E5}" presName="sibTrans" presStyleCnt="0"/>
      <dgm:spPr/>
    </dgm:pt>
    <dgm:pt modelId="{0DA8FA0F-D5B1-4CA9-9C5B-96888D1299B1}" type="pres">
      <dgm:prSet presAssocID="{26DB83DE-C7C7-4D30-9759-16FDFBEDC7B6}" presName="compNode" presStyleCnt="0"/>
      <dgm:spPr/>
    </dgm:pt>
    <dgm:pt modelId="{24A35F65-0338-4BD8-8B29-FF533975C638}" type="pres">
      <dgm:prSet presAssocID="{26DB83DE-C7C7-4D30-9759-16FDFBEDC7B6}" presName="bgRect" presStyleLbl="bgShp" presStyleIdx="1" presStyleCnt="7"/>
      <dgm:spPr/>
    </dgm:pt>
    <dgm:pt modelId="{69DF9B9D-3B52-4B33-B28E-86F5DE4C87CD}" type="pres">
      <dgm:prSet presAssocID="{26DB83DE-C7C7-4D30-9759-16FDFBEDC7B6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CF943552-D1D8-4A95-BED3-2C3ECE9C1D8D}" type="pres">
      <dgm:prSet presAssocID="{26DB83DE-C7C7-4D30-9759-16FDFBEDC7B6}" presName="spaceRect" presStyleCnt="0"/>
      <dgm:spPr/>
    </dgm:pt>
    <dgm:pt modelId="{F982A337-2DC1-4A10-B38A-42597AFAFE79}" type="pres">
      <dgm:prSet presAssocID="{26DB83DE-C7C7-4D30-9759-16FDFBEDC7B6}" presName="parTx" presStyleLbl="revTx" presStyleIdx="1" presStyleCnt="7">
        <dgm:presLayoutVars>
          <dgm:chMax val="0"/>
          <dgm:chPref val="0"/>
        </dgm:presLayoutVars>
      </dgm:prSet>
      <dgm:spPr/>
    </dgm:pt>
    <dgm:pt modelId="{A0F526EF-683E-475D-A513-EA518F5934D9}" type="pres">
      <dgm:prSet presAssocID="{C534AFC5-D259-4F6E-85F3-99FD56D8DBEA}" presName="sibTrans" presStyleCnt="0"/>
      <dgm:spPr/>
    </dgm:pt>
    <dgm:pt modelId="{5E2345F5-C275-47DE-83A8-985791508CD8}" type="pres">
      <dgm:prSet presAssocID="{77B6F9B6-3242-467A-9059-69F75C9C1C5B}" presName="compNode" presStyleCnt="0"/>
      <dgm:spPr/>
    </dgm:pt>
    <dgm:pt modelId="{25B3E1FB-E724-4261-B4CE-B26A4E8A0928}" type="pres">
      <dgm:prSet presAssocID="{77B6F9B6-3242-467A-9059-69F75C9C1C5B}" presName="bgRect" presStyleLbl="bgShp" presStyleIdx="2" presStyleCnt="7"/>
      <dgm:spPr/>
    </dgm:pt>
    <dgm:pt modelId="{5BA01D1A-4AC8-4F14-866C-A8903662528B}" type="pres">
      <dgm:prSet presAssocID="{77B6F9B6-3242-467A-9059-69F75C9C1C5B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7D2201E-4AA4-4F16-872D-C68D006FBBC3}" type="pres">
      <dgm:prSet presAssocID="{77B6F9B6-3242-467A-9059-69F75C9C1C5B}" presName="spaceRect" presStyleCnt="0"/>
      <dgm:spPr/>
    </dgm:pt>
    <dgm:pt modelId="{2C264FD5-F4EA-4EF3-86E5-F91B56BC1727}" type="pres">
      <dgm:prSet presAssocID="{77B6F9B6-3242-467A-9059-69F75C9C1C5B}" presName="parTx" presStyleLbl="revTx" presStyleIdx="2" presStyleCnt="7">
        <dgm:presLayoutVars>
          <dgm:chMax val="0"/>
          <dgm:chPref val="0"/>
        </dgm:presLayoutVars>
      </dgm:prSet>
      <dgm:spPr/>
    </dgm:pt>
    <dgm:pt modelId="{9A367D6D-28E1-4962-97CA-47EEB6BD1099}" type="pres">
      <dgm:prSet presAssocID="{FAB5B0A2-9EF3-48E6-8434-95DD2081E894}" presName="sibTrans" presStyleCnt="0"/>
      <dgm:spPr/>
    </dgm:pt>
    <dgm:pt modelId="{BD402B0C-BA31-44E3-976E-87221359A1A7}" type="pres">
      <dgm:prSet presAssocID="{94DEC21C-22F4-4973-8FDF-5EB7A9932954}" presName="compNode" presStyleCnt="0"/>
      <dgm:spPr/>
    </dgm:pt>
    <dgm:pt modelId="{830C55C0-5AE1-4E5E-AD96-DD49E38AB2F3}" type="pres">
      <dgm:prSet presAssocID="{94DEC21C-22F4-4973-8FDF-5EB7A9932954}" presName="bgRect" presStyleLbl="bgShp" presStyleIdx="3" presStyleCnt="7"/>
      <dgm:spPr/>
    </dgm:pt>
    <dgm:pt modelId="{39C7D1E6-E98D-4197-B427-F8F3B42A54E9}" type="pres">
      <dgm:prSet presAssocID="{94DEC21C-22F4-4973-8FDF-5EB7A9932954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05B6CC7-79DE-4B12-A217-0C37BC43EA2D}" type="pres">
      <dgm:prSet presAssocID="{94DEC21C-22F4-4973-8FDF-5EB7A9932954}" presName="spaceRect" presStyleCnt="0"/>
      <dgm:spPr/>
    </dgm:pt>
    <dgm:pt modelId="{2B8D48A4-A588-4E63-84D0-EA6FA62C270E}" type="pres">
      <dgm:prSet presAssocID="{94DEC21C-22F4-4973-8FDF-5EB7A9932954}" presName="parTx" presStyleLbl="revTx" presStyleIdx="3" presStyleCnt="7">
        <dgm:presLayoutVars>
          <dgm:chMax val="0"/>
          <dgm:chPref val="0"/>
        </dgm:presLayoutVars>
      </dgm:prSet>
      <dgm:spPr/>
    </dgm:pt>
    <dgm:pt modelId="{FB347BB9-F579-4B4E-A9E0-585A699FB0C8}" type="pres">
      <dgm:prSet presAssocID="{16828F6D-9FFB-4CB2-B0D0-FA51362E048B}" presName="sibTrans" presStyleCnt="0"/>
      <dgm:spPr/>
    </dgm:pt>
    <dgm:pt modelId="{45A5A55F-384D-4F2C-9C6F-BA4F03C528B3}" type="pres">
      <dgm:prSet presAssocID="{16FA4139-9199-48DC-ADCA-1C691CAEAA18}" presName="compNode" presStyleCnt="0"/>
      <dgm:spPr/>
    </dgm:pt>
    <dgm:pt modelId="{DC0EB7F0-2EC2-49A8-AF52-D17B2153F2D1}" type="pres">
      <dgm:prSet presAssocID="{16FA4139-9199-48DC-ADCA-1C691CAEAA18}" presName="bgRect" presStyleLbl="bgShp" presStyleIdx="4" presStyleCnt="7"/>
      <dgm:spPr/>
    </dgm:pt>
    <dgm:pt modelId="{C33E7BB9-81AA-4A63-B057-C90F4AD0D792}" type="pres">
      <dgm:prSet presAssocID="{16FA4139-9199-48DC-ADCA-1C691CAEAA18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3BDA98DE-6728-4A19-9A7E-676376E054ED}" type="pres">
      <dgm:prSet presAssocID="{16FA4139-9199-48DC-ADCA-1C691CAEAA18}" presName="spaceRect" presStyleCnt="0"/>
      <dgm:spPr/>
    </dgm:pt>
    <dgm:pt modelId="{B7B532A8-07F7-498F-BA0E-7BBF4E368F82}" type="pres">
      <dgm:prSet presAssocID="{16FA4139-9199-48DC-ADCA-1C691CAEAA18}" presName="parTx" presStyleLbl="revTx" presStyleIdx="4" presStyleCnt="7">
        <dgm:presLayoutVars>
          <dgm:chMax val="0"/>
          <dgm:chPref val="0"/>
        </dgm:presLayoutVars>
      </dgm:prSet>
      <dgm:spPr/>
    </dgm:pt>
    <dgm:pt modelId="{ECEFE2E9-082F-4FB1-B70E-330979D64ECE}" type="pres">
      <dgm:prSet presAssocID="{F18067BD-F222-47A6-BD25-1501D8051B33}" presName="sibTrans" presStyleCnt="0"/>
      <dgm:spPr/>
    </dgm:pt>
    <dgm:pt modelId="{B4EE01E5-076D-4214-8D1A-A762C3275BAD}" type="pres">
      <dgm:prSet presAssocID="{B476199F-1B47-46A1-854A-7B797BC13873}" presName="compNode" presStyleCnt="0"/>
      <dgm:spPr/>
    </dgm:pt>
    <dgm:pt modelId="{9B3E5030-DE0F-46BA-B090-3129E71DC614}" type="pres">
      <dgm:prSet presAssocID="{B476199F-1B47-46A1-854A-7B797BC13873}" presName="bgRect" presStyleLbl="bgShp" presStyleIdx="5" presStyleCnt="7"/>
      <dgm:spPr/>
    </dgm:pt>
    <dgm:pt modelId="{672DB48F-59B8-4D27-AD4C-C28BB7D490E2}" type="pres">
      <dgm:prSet presAssocID="{B476199F-1B47-46A1-854A-7B797BC13873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4F563128-AD94-49E9-9C54-AAA930ED90AB}" type="pres">
      <dgm:prSet presAssocID="{B476199F-1B47-46A1-854A-7B797BC13873}" presName="spaceRect" presStyleCnt="0"/>
      <dgm:spPr/>
    </dgm:pt>
    <dgm:pt modelId="{44D2299E-126A-4346-98BD-E421285D2554}" type="pres">
      <dgm:prSet presAssocID="{B476199F-1B47-46A1-854A-7B797BC13873}" presName="parTx" presStyleLbl="revTx" presStyleIdx="5" presStyleCnt="7">
        <dgm:presLayoutVars>
          <dgm:chMax val="0"/>
          <dgm:chPref val="0"/>
        </dgm:presLayoutVars>
      </dgm:prSet>
      <dgm:spPr/>
    </dgm:pt>
    <dgm:pt modelId="{89B6B473-DE77-495C-91FF-E1D610197029}" type="pres">
      <dgm:prSet presAssocID="{143CAA71-93A0-488D-9A3A-CBCAFF610896}" presName="sibTrans" presStyleCnt="0"/>
      <dgm:spPr/>
    </dgm:pt>
    <dgm:pt modelId="{7E73E68E-D319-435F-9C02-8780C6D11368}" type="pres">
      <dgm:prSet presAssocID="{F2953656-3594-4B1F-B942-DA58713BCA57}" presName="compNode" presStyleCnt="0"/>
      <dgm:spPr/>
    </dgm:pt>
    <dgm:pt modelId="{6D04577F-C348-4CA5-80F6-4EDAC5D663F1}" type="pres">
      <dgm:prSet presAssocID="{F2953656-3594-4B1F-B942-DA58713BCA57}" presName="bgRect" presStyleLbl="bgShp" presStyleIdx="6" presStyleCnt="7"/>
      <dgm:spPr/>
    </dgm:pt>
    <dgm:pt modelId="{1AF1FD88-0A5C-49AD-9833-90972C752089}" type="pres">
      <dgm:prSet presAssocID="{F2953656-3594-4B1F-B942-DA58713BCA5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2A67E184-7E3D-474F-80D5-00603D612025}" type="pres">
      <dgm:prSet presAssocID="{F2953656-3594-4B1F-B942-DA58713BCA57}" presName="spaceRect" presStyleCnt="0"/>
      <dgm:spPr/>
    </dgm:pt>
    <dgm:pt modelId="{A0F9E1F8-818D-4C5F-8AB9-20C3223CDBF3}" type="pres">
      <dgm:prSet presAssocID="{F2953656-3594-4B1F-B942-DA58713BCA57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59F78E06-B9EC-4145-9926-C3AE809AA4F5}" type="presOf" srcId="{F2953656-3594-4B1F-B942-DA58713BCA57}" destId="{A0F9E1F8-818D-4C5F-8AB9-20C3223CDBF3}" srcOrd="0" destOrd="0" presId="urn:microsoft.com/office/officeart/2018/2/layout/IconVerticalSolidList"/>
    <dgm:cxn modelId="{73BF271E-CE80-4605-9941-CB88C9F09CF1}" srcId="{F592CA0B-F443-4045-9ED2-B81D673C62FE}" destId="{94DEC21C-22F4-4973-8FDF-5EB7A9932954}" srcOrd="3" destOrd="0" parTransId="{EC768C40-0466-4272-A8BA-21F6FDD53401}" sibTransId="{16828F6D-9FFB-4CB2-B0D0-FA51362E048B}"/>
    <dgm:cxn modelId="{643E3750-9E72-4BB3-AC89-E0F7FDD609F9}" type="presOf" srcId="{16FA4139-9199-48DC-ADCA-1C691CAEAA18}" destId="{B7B532A8-07F7-498F-BA0E-7BBF4E368F82}" srcOrd="0" destOrd="0" presId="urn:microsoft.com/office/officeart/2018/2/layout/IconVerticalSolidList"/>
    <dgm:cxn modelId="{D88BF75B-BDC6-4408-9012-1033E30439DA}" type="presOf" srcId="{B476199F-1B47-46A1-854A-7B797BC13873}" destId="{44D2299E-126A-4346-98BD-E421285D2554}" srcOrd="0" destOrd="0" presId="urn:microsoft.com/office/officeart/2018/2/layout/IconVerticalSolidList"/>
    <dgm:cxn modelId="{7D5D2663-E465-4C78-BC23-2C3ADFFE50F7}" srcId="{F592CA0B-F443-4045-9ED2-B81D673C62FE}" destId="{16FA4139-9199-48DC-ADCA-1C691CAEAA18}" srcOrd="4" destOrd="0" parTransId="{05DF2FEE-C173-422C-A74B-D8EF89489A3B}" sibTransId="{F18067BD-F222-47A6-BD25-1501D8051B33}"/>
    <dgm:cxn modelId="{55656E66-34A6-4A1A-9108-35DC70771927}" srcId="{F592CA0B-F443-4045-9ED2-B81D673C62FE}" destId="{B476199F-1B47-46A1-854A-7B797BC13873}" srcOrd="5" destOrd="0" parTransId="{2B216368-59F4-450C-97B9-4E8D78DEDC8D}" sibTransId="{143CAA71-93A0-488D-9A3A-CBCAFF610896}"/>
    <dgm:cxn modelId="{08AA7D7C-F71D-457D-8945-403D075EC86B}" type="presOf" srcId="{26DB83DE-C7C7-4D30-9759-16FDFBEDC7B6}" destId="{F982A337-2DC1-4A10-B38A-42597AFAFE79}" srcOrd="0" destOrd="0" presId="urn:microsoft.com/office/officeart/2018/2/layout/IconVerticalSolidList"/>
    <dgm:cxn modelId="{B16C767E-2078-4E89-A968-0FE9D52275F3}" srcId="{F592CA0B-F443-4045-9ED2-B81D673C62FE}" destId="{26DB83DE-C7C7-4D30-9759-16FDFBEDC7B6}" srcOrd="1" destOrd="0" parTransId="{A9F1A5BA-12F5-4C19-988C-6829772EFE7D}" sibTransId="{C534AFC5-D259-4F6E-85F3-99FD56D8DBEA}"/>
    <dgm:cxn modelId="{AC404DA2-8760-44B1-AE2D-555BBF4AB031}" type="presOf" srcId="{77B6F9B6-3242-467A-9059-69F75C9C1C5B}" destId="{2C264FD5-F4EA-4EF3-86E5-F91B56BC1727}" srcOrd="0" destOrd="0" presId="urn:microsoft.com/office/officeart/2018/2/layout/IconVerticalSolidList"/>
    <dgm:cxn modelId="{67F4F2B7-2EE7-4E79-89CA-74FE37582D79}" srcId="{F592CA0B-F443-4045-9ED2-B81D673C62FE}" destId="{A0A28E47-A24B-4DC5-8BBB-16ABEFE061C0}" srcOrd="0" destOrd="0" parTransId="{99CCE202-F676-4E33-A0BB-4DCD76870526}" sibTransId="{FD9C958F-CECE-4DAC-8178-427C797893E5}"/>
    <dgm:cxn modelId="{1DD7ECC9-8CCC-4BFD-B586-E73DA324A501}" srcId="{F592CA0B-F443-4045-9ED2-B81D673C62FE}" destId="{77B6F9B6-3242-467A-9059-69F75C9C1C5B}" srcOrd="2" destOrd="0" parTransId="{ECC8BED4-2152-4778-A461-A4934EA3D11D}" sibTransId="{FAB5B0A2-9EF3-48E6-8434-95DD2081E894}"/>
    <dgm:cxn modelId="{80F0A3F3-72BB-4296-BC1D-6863894998E7}" srcId="{F592CA0B-F443-4045-9ED2-B81D673C62FE}" destId="{F2953656-3594-4B1F-B942-DA58713BCA57}" srcOrd="6" destOrd="0" parTransId="{828AEC49-5F2A-43C8-B0A2-31F13D3F9E4F}" sibTransId="{391CAD62-4AE0-4EDA-B53A-1F5E7CBE6A40}"/>
    <dgm:cxn modelId="{C2919FF6-39A5-4FFE-A915-C679DFFD6888}" type="presOf" srcId="{F592CA0B-F443-4045-9ED2-B81D673C62FE}" destId="{1D601CC9-2807-4341-9AA1-DBEA8A823B23}" srcOrd="0" destOrd="0" presId="urn:microsoft.com/office/officeart/2018/2/layout/IconVerticalSolidList"/>
    <dgm:cxn modelId="{41295FF9-2149-453B-9439-5418CD8E7C3A}" type="presOf" srcId="{A0A28E47-A24B-4DC5-8BBB-16ABEFE061C0}" destId="{32450C1C-8054-4A37-8461-AE655AF18A95}" srcOrd="0" destOrd="0" presId="urn:microsoft.com/office/officeart/2018/2/layout/IconVerticalSolidList"/>
    <dgm:cxn modelId="{F674E2FA-9B1B-442B-9DBA-BAEEDAF013E4}" type="presOf" srcId="{94DEC21C-22F4-4973-8FDF-5EB7A9932954}" destId="{2B8D48A4-A588-4E63-84D0-EA6FA62C270E}" srcOrd="0" destOrd="0" presId="urn:microsoft.com/office/officeart/2018/2/layout/IconVerticalSolidList"/>
    <dgm:cxn modelId="{B445950F-DD92-4EE4-A6EF-AD6FFD059262}" type="presParOf" srcId="{1D601CC9-2807-4341-9AA1-DBEA8A823B23}" destId="{2D1D3947-0F5D-4955-9735-5B1A4974B2D0}" srcOrd="0" destOrd="0" presId="urn:microsoft.com/office/officeart/2018/2/layout/IconVerticalSolidList"/>
    <dgm:cxn modelId="{0FF085E5-65C8-4C2B-B62E-3B605412A611}" type="presParOf" srcId="{2D1D3947-0F5D-4955-9735-5B1A4974B2D0}" destId="{1F863AC6-FD16-4081-ADF6-44C9ECB4D6FB}" srcOrd="0" destOrd="0" presId="urn:microsoft.com/office/officeart/2018/2/layout/IconVerticalSolidList"/>
    <dgm:cxn modelId="{8FEC0F84-A3B6-4F54-ABA5-BAEEA19DF393}" type="presParOf" srcId="{2D1D3947-0F5D-4955-9735-5B1A4974B2D0}" destId="{9993836B-BC0C-4DD4-A695-0BFC317A58DD}" srcOrd="1" destOrd="0" presId="urn:microsoft.com/office/officeart/2018/2/layout/IconVerticalSolidList"/>
    <dgm:cxn modelId="{9D362ABB-C6BD-4600-8230-BC365B6AD921}" type="presParOf" srcId="{2D1D3947-0F5D-4955-9735-5B1A4974B2D0}" destId="{1EC56D8F-D808-4232-BF61-F979A681B6F3}" srcOrd="2" destOrd="0" presId="urn:microsoft.com/office/officeart/2018/2/layout/IconVerticalSolidList"/>
    <dgm:cxn modelId="{E83DC21E-F611-4266-86FA-A3689C7B408C}" type="presParOf" srcId="{2D1D3947-0F5D-4955-9735-5B1A4974B2D0}" destId="{32450C1C-8054-4A37-8461-AE655AF18A95}" srcOrd="3" destOrd="0" presId="urn:microsoft.com/office/officeart/2018/2/layout/IconVerticalSolidList"/>
    <dgm:cxn modelId="{8DD20310-49A7-4F17-8630-A41F37028AB4}" type="presParOf" srcId="{1D601CC9-2807-4341-9AA1-DBEA8A823B23}" destId="{319FC62F-1D34-4B51-B12B-AB7DD61F2209}" srcOrd="1" destOrd="0" presId="urn:microsoft.com/office/officeart/2018/2/layout/IconVerticalSolidList"/>
    <dgm:cxn modelId="{F32A3F3B-3D2B-43D4-98FB-6484603A832C}" type="presParOf" srcId="{1D601CC9-2807-4341-9AA1-DBEA8A823B23}" destId="{0DA8FA0F-D5B1-4CA9-9C5B-96888D1299B1}" srcOrd="2" destOrd="0" presId="urn:microsoft.com/office/officeart/2018/2/layout/IconVerticalSolidList"/>
    <dgm:cxn modelId="{3AE0937A-FB55-421F-AA8F-269CC11D4044}" type="presParOf" srcId="{0DA8FA0F-D5B1-4CA9-9C5B-96888D1299B1}" destId="{24A35F65-0338-4BD8-8B29-FF533975C638}" srcOrd="0" destOrd="0" presId="urn:microsoft.com/office/officeart/2018/2/layout/IconVerticalSolidList"/>
    <dgm:cxn modelId="{684DA5FF-9A67-48E3-9BC4-0616FEC1F073}" type="presParOf" srcId="{0DA8FA0F-D5B1-4CA9-9C5B-96888D1299B1}" destId="{69DF9B9D-3B52-4B33-B28E-86F5DE4C87CD}" srcOrd="1" destOrd="0" presId="urn:microsoft.com/office/officeart/2018/2/layout/IconVerticalSolidList"/>
    <dgm:cxn modelId="{48851B60-F7A6-4DE5-9A7B-7621E9BEF7CF}" type="presParOf" srcId="{0DA8FA0F-D5B1-4CA9-9C5B-96888D1299B1}" destId="{CF943552-D1D8-4A95-BED3-2C3ECE9C1D8D}" srcOrd="2" destOrd="0" presId="urn:microsoft.com/office/officeart/2018/2/layout/IconVerticalSolidList"/>
    <dgm:cxn modelId="{05D20900-F591-49CC-81F7-1F4010D0F2D4}" type="presParOf" srcId="{0DA8FA0F-D5B1-4CA9-9C5B-96888D1299B1}" destId="{F982A337-2DC1-4A10-B38A-42597AFAFE79}" srcOrd="3" destOrd="0" presId="urn:microsoft.com/office/officeart/2018/2/layout/IconVerticalSolidList"/>
    <dgm:cxn modelId="{9585E7AB-77D0-46A1-B75F-1565C4FF2901}" type="presParOf" srcId="{1D601CC9-2807-4341-9AA1-DBEA8A823B23}" destId="{A0F526EF-683E-475D-A513-EA518F5934D9}" srcOrd="3" destOrd="0" presId="urn:microsoft.com/office/officeart/2018/2/layout/IconVerticalSolidList"/>
    <dgm:cxn modelId="{5354A495-376B-4DE9-8DA7-92965A0D66CA}" type="presParOf" srcId="{1D601CC9-2807-4341-9AA1-DBEA8A823B23}" destId="{5E2345F5-C275-47DE-83A8-985791508CD8}" srcOrd="4" destOrd="0" presId="urn:microsoft.com/office/officeart/2018/2/layout/IconVerticalSolidList"/>
    <dgm:cxn modelId="{31717F42-C2B3-4045-8CE1-297E01F2F5E0}" type="presParOf" srcId="{5E2345F5-C275-47DE-83A8-985791508CD8}" destId="{25B3E1FB-E724-4261-B4CE-B26A4E8A0928}" srcOrd="0" destOrd="0" presId="urn:microsoft.com/office/officeart/2018/2/layout/IconVerticalSolidList"/>
    <dgm:cxn modelId="{D47D4062-30BE-4F4C-8847-48ED9A3D523B}" type="presParOf" srcId="{5E2345F5-C275-47DE-83A8-985791508CD8}" destId="{5BA01D1A-4AC8-4F14-866C-A8903662528B}" srcOrd="1" destOrd="0" presId="urn:microsoft.com/office/officeart/2018/2/layout/IconVerticalSolidList"/>
    <dgm:cxn modelId="{91F4173B-1CAB-4C6F-974E-DEDF85531654}" type="presParOf" srcId="{5E2345F5-C275-47DE-83A8-985791508CD8}" destId="{37D2201E-4AA4-4F16-872D-C68D006FBBC3}" srcOrd="2" destOrd="0" presId="urn:microsoft.com/office/officeart/2018/2/layout/IconVerticalSolidList"/>
    <dgm:cxn modelId="{06E4C05D-4595-4E8E-8A44-4E992D8249DD}" type="presParOf" srcId="{5E2345F5-C275-47DE-83A8-985791508CD8}" destId="{2C264FD5-F4EA-4EF3-86E5-F91B56BC1727}" srcOrd="3" destOrd="0" presId="urn:microsoft.com/office/officeart/2018/2/layout/IconVerticalSolidList"/>
    <dgm:cxn modelId="{E8BFC306-4B00-46C5-A9C7-A659B415B7B9}" type="presParOf" srcId="{1D601CC9-2807-4341-9AA1-DBEA8A823B23}" destId="{9A367D6D-28E1-4962-97CA-47EEB6BD1099}" srcOrd="5" destOrd="0" presId="urn:microsoft.com/office/officeart/2018/2/layout/IconVerticalSolidList"/>
    <dgm:cxn modelId="{3E735329-65B8-4795-994F-A6DEE12BE2FC}" type="presParOf" srcId="{1D601CC9-2807-4341-9AA1-DBEA8A823B23}" destId="{BD402B0C-BA31-44E3-976E-87221359A1A7}" srcOrd="6" destOrd="0" presId="urn:microsoft.com/office/officeart/2018/2/layout/IconVerticalSolidList"/>
    <dgm:cxn modelId="{30BF43BA-3700-451B-B608-D3AF265AE7B2}" type="presParOf" srcId="{BD402B0C-BA31-44E3-976E-87221359A1A7}" destId="{830C55C0-5AE1-4E5E-AD96-DD49E38AB2F3}" srcOrd="0" destOrd="0" presId="urn:microsoft.com/office/officeart/2018/2/layout/IconVerticalSolidList"/>
    <dgm:cxn modelId="{0B22CD27-8AEE-4F38-A9C9-3FBFD73797E0}" type="presParOf" srcId="{BD402B0C-BA31-44E3-976E-87221359A1A7}" destId="{39C7D1E6-E98D-4197-B427-F8F3B42A54E9}" srcOrd="1" destOrd="0" presId="urn:microsoft.com/office/officeart/2018/2/layout/IconVerticalSolidList"/>
    <dgm:cxn modelId="{39C293DA-E09B-47FC-8344-ECA2B716A714}" type="presParOf" srcId="{BD402B0C-BA31-44E3-976E-87221359A1A7}" destId="{905B6CC7-79DE-4B12-A217-0C37BC43EA2D}" srcOrd="2" destOrd="0" presId="urn:microsoft.com/office/officeart/2018/2/layout/IconVerticalSolidList"/>
    <dgm:cxn modelId="{FD5549CA-15BB-4A3C-8B5F-C8704D2217F2}" type="presParOf" srcId="{BD402B0C-BA31-44E3-976E-87221359A1A7}" destId="{2B8D48A4-A588-4E63-84D0-EA6FA62C270E}" srcOrd="3" destOrd="0" presId="urn:microsoft.com/office/officeart/2018/2/layout/IconVerticalSolidList"/>
    <dgm:cxn modelId="{7F774AE2-1EBF-410A-9F42-281AC5F5E065}" type="presParOf" srcId="{1D601CC9-2807-4341-9AA1-DBEA8A823B23}" destId="{FB347BB9-F579-4B4E-A9E0-585A699FB0C8}" srcOrd="7" destOrd="0" presId="urn:microsoft.com/office/officeart/2018/2/layout/IconVerticalSolidList"/>
    <dgm:cxn modelId="{B1E0AF9A-584C-47C1-8F0C-4930E9220794}" type="presParOf" srcId="{1D601CC9-2807-4341-9AA1-DBEA8A823B23}" destId="{45A5A55F-384D-4F2C-9C6F-BA4F03C528B3}" srcOrd="8" destOrd="0" presId="urn:microsoft.com/office/officeart/2018/2/layout/IconVerticalSolidList"/>
    <dgm:cxn modelId="{0A257472-C372-494D-B520-65009B7B4C00}" type="presParOf" srcId="{45A5A55F-384D-4F2C-9C6F-BA4F03C528B3}" destId="{DC0EB7F0-2EC2-49A8-AF52-D17B2153F2D1}" srcOrd="0" destOrd="0" presId="urn:microsoft.com/office/officeart/2018/2/layout/IconVerticalSolidList"/>
    <dgm:cxn modelId="{8460321A-D7CE-4334-B341-436D7E599A8A}" type="presParOf" srcId="{45A5A55F-384D-4F2C-9C6F-BA4F03C528B3}" destId="{C33E7BB9-81AA-4A63-B057-C90F4AD0D792}" srcOrd="1" destOrd="0" presId="urn:microsoft.com/office/officeart/2018/2/layout/IconVerticalSolidList"/>
    <dgm:cxn modelId="{9D89A77C-D974-46C0-8001-D53980E07F7F}" type="presParOf" srcId="{45A5A55F-384D-4F2C-9C6F-BA4F03C528B3}" destId="{3BDA98DE-6728-4A19-9A7E-676376E054ED}" srcOrd="2" destOrd="0" presId="urn:microsoft.com/office/officeart/2018/2/layout/IconVerticalSolidList"/>
    <dgm:cxn modelId="{ED9547DF-8F59-49F6-B549-33043078B100}" type="presParOf" srcId="{45A5A55F-384D-4F2C-9C6F-BA4F03C528B3}" destId="{B7B532A8-07F7-498F-BA0E-7BBF4E368F82}" srcOrd="3" destOrd="0" presId="urn:microsoft.com/office/officeart/2018/2/layout/IconVerticalSolidList"/>
    <dgm:cxn modelId="{4FC0C7E9-3660-412D-AF46-232898905993}" type="presParOf" srcId="{1D601CC9-2807-4341-9AA1-DBEA8A823B23}" destId="{ECEFE2E9-082F-4FB1-B70E-330979D64ECE}" srcOrd="9" destOrd="0" presId="urn:microsoft.com/office/officeart/2018/2/layout/IconVerticalSolidList"/>
    <dgm:cxn modelId="{4954EF37-8D77-445C-9443-DEBFC1290D11}" type="presParOf" srcId="{1D601CC9-2807-4341-9AA1-DBEA8A823B23}" destId="{B4EE01E5-076D-4214-8D1A-A762C3275BAD}" srcOrd="10" destOrd="0" presId="urn:microsoft.com/office/officeart/2018/2/layout/IconVerticalSolidList"/>
    <dgm:cxn modelId="{EFF87270-7B51-49C9-ACFF-6EE7ED483D95}" type="presParOf" srcId="{B4EE01E5-076D-4214-8D1A-A762C3275BAD}" destId="{9B3E5030-DE0F-46BA-B090-3129E71DC614}" srcOrd="0" destOrd="0" presId="urn:microsoft.com/office/officeart/2018/2/layout/IconVerticalSolidList"/>
    <dgm:cxn modelId="{F0C22687-B0E4-4104-8862-AEA428832B0B}" type="presParOf" srcId="{B4EE01E5-076D-4214-8D1A-A762C3275BAD}" destId="{672DB48F-59B8-4D27-AD4C-C28BB7D490E2}" srcOrd="1" destOrd="0" presId="urn:microsoft.com/office/officeart/2018/2/layout/IconVerticalSolidList"/>
    <dgm:cxn modelId="{57979D71-73AE-4715-A51E-B31CA5C5F7F1}" type="presParOf" srcId="{B4EE01E5-076D-4214-8D1A-A762C3275BAD}" destId="{4F563128-AD94-49E9-9C54-AAA930ED90AB}" srcOrd="2" destOrd="0" presId="urn:microsoft.com/office/officeart/2018/2/layout/IconVerticalSolidList"/>
    <dgm:cxn modelId="{57945C17-C7AF-4A9F-8E75-DED08DF8129F}" type="presParOf" srcId="{B4EE01E5-076D-4214-8D1A-A762C3275BAD}" destId="{44D2299E-126A-4346-98BD-E421285D2554}" srcOrd="3" destOrd="0" presId="urn:microsoft.com/office/officeart/2018/2/layout/IconVerticalSolidList"/>
    <dgm:cxn modelId="{E2E329EE-2C1D-4EB2-A725-8E96EF4D1FCC}" type="presParOf" srcId="{1D601CC9-2807-4341-9AA1-DBEA8A823B23}" destId="{89B6B473-DE77-495C-91FF-E1D610197029}" srcOrd="11" destOrd="0" presId="urn:microsoft.com/office/officeart/2018/2/layout/IconVerticalSolidList"/>
    <dgm:cxn modelId="{E1C2A58E-BAEF-4D31-A6C0-D04B2D4749A1}" type="presParOf" srcId="{1D601CC9-2807-4341-9AA1-DBEA8A823B23}" destId="{7E73E68E-D319-435F-9C02-8780C6D11368}" srcOrd="12" destOrd="0" presId="urn:microsoft.com/office/officeart/2018/2/layout/IconVerticalSolidList"/>
    <dgm:cxn modelId="{5F039EDA-5E54-4877-82A6-CB54B965F190}" type="presParOf" srcId="{7E73E68E-D319-435F-9C02-8780C6D11368}" destId="{6D04577F-C348-4CA5-80F6-4EDAC5D663F1}" srcOrd="0" destOrd="0" presId="urn:microsoft.com/office/officeart/2018/2/layout/IconVerticalSolidList"/>
    <dgm:cxn modelId="{CA232DB8-1D7C-4917-91CD-D3D63C7FA243}" type="presParOf" srcId="{7E73E68E-D319-435F-9C02-8780C6D11368}" destId="{1AF1FD88-0A5C-49AD-9833-90972C752089}" srcOrd="1" destOrd="0" presId="urn:microsoft.com/office/officeart/2018/2/layout/IconVerticalSolidList"/>
    <dgm:cxn modelId="{B4C72F49-C93E-426C-90FC-FB465A3371FA}" type="presParOf" srcId="{7E73E68E-D319-435F-9C02-8780C6D11368}" destId="{2A67E184-7E3D-474F-80D5-00603D612025}" srcOrd="2" destOrd="0" presId="urn:microsoft.com/office/officeart/2018/2/layout/IconVerticalSolidList"/>
    <dgm:cxn modelId="{C7A993E7-2348-4382-B821-3443171B6BFE}" type="presParOf" srcId="{7E73E68E-D319-435F-9C02-8780C6D11368}" destId="{A0F9E1F8-818D-4C5F-8AB9-20C3223CDB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BB886-6E95-3342-AE9B-F93888F9BCC8}">
      <dsp:nvSpPr>
        <dsp:cNvPr id="0" name=""/>
        <dsp:cNvSpPr/>
      </dsp:nvSpPr>
      <dsp:spPr>
        <a:xfrm>
          <a:off x="1782367" y="658971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0686" y="702651"/>
        <a:ext cx="20381" cy="4080"/>
      </dsp:txXfrm>
    </dsp:sp>
    <dsp:sp modelId="{583FE7CD-4E63-3F4E-889A-B10856461BEE}">
      <dsp:nvSpPr>
        <dsp:cNvPr id="0" name=""/>
        <dsp:cNvSpPr/>
      </dsp:nvSpPr>
      <dsp:spPr>
        <a:xfrm>
          <a:off x="11905" y="173013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/>
            <a:t>Purpose</a:t>
          </a:r>
          <a:r>
            <a:rPr lang="en-CA" sz="1200" kern="1200"/>
            <a:t>: Show daily, weekly, and monthly changes for Admitted, Discharged, Deceased, Transferred, and Emergency.</a:t>
          </a:r>
          <a:endParaRPr lang="en-US" sz="1200" kern="1200"/>
        </a:p>
      </dsp:txBody>
      <dsp:txXfrm>
        <a:off x="11905" y="173013"/>
        <a:ext cx="1772261" cy="1063356"/>
      </dsp:txXfrm>
    </dsp:sp>
    <dsp:sp modelId="{B71764BF-FD98-A748-997B-88ED76A8461F}">
      <dsp:nvSpPr>
        <dsp:cNvPr id="0" name=""/>
        <dsp:cNvSpPr/>
      </dsp:nvSpPr>
      <dsp:spPr>
        <a:xfrm>
          <a:off x="3962249" y="658971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accent2">
              <a:hueOff val="585783"/>
              <a:satOff val="-1681"/>
              <a:lumOff val="-26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0568" y="702651"/>
        <a:ext cx="20381" cy="4080"/>
      </dsp:txXfrm>
    </dsp:sp>
    <dsp:sp modelId="{8B28479B-CC84-EB4E-96AB-7D69D698F3D3}">
      <dsp:nvSpPr>
        <dsp:cNvPr id="0" name=""/>
        <dsp:cNvSpPr/>
      </dsp:nvSpPr>
      <dsp:spPr>
        <a:xfrm>
          <a:off x="2191787" y="173013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536968"/>
                <a:satOff val="-1541"/>
                <a:lumOff val="-24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6968"/>
                <a:satOff val="-1541"/>
                <a:lumOff val="-24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6968"/>
                <a:satOff val="-1541"/>
                <a:lumOff val="-24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Top Gauges</a:t>
          </a:r>
          <a:r>
            <a:rPr lang="en-CA" sz="1200" kern="1200"/>
            <a:t>: 6-month totals for Admitted, Discharged, Deceased, Transferred, Emergency.</a:t>
          </a:r>
          <a:endParaRPr lang="en-US" sz="1200" kern="1200"/>
        </a:p>
      </dsp:txBody>
      <dsp:txXfrm>
        <a:off x="2191787" y="173013"/>
        <a:ext cx="1772261" cy="1063356"/>
      </dsp:txXfrm>
    </dsp:sp>
    <dsp:sp modelId="{A309B2F8-2D13-9B4E-BBFD-1D58A9C1DDDE}">
      <dsp:nvSpPr>
        <dsp:cNvPr id="0" name=""/>
        <dsp:cNvSpPr/>
      </dsp:nvSpPr>
      <dsp:spPr>
        <a:xfrm>
          <a:off x="6142130" y="658971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accent2">
              <a:hueOff val="1171566"/>
              <a:satOff val="-3362"/>
              <a:lumOff val="-538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20450" y="702651"/>
        <a:ext cx="20381" cy="4080"/>
      </dsp:txXfrm>
    </dsp:sp>
    <dsp:sp modelId="{2E82F727-F783-F246-B5F5-602D8B74E1D7}">
      <dsp:nvSpPr>
        <dsp:cNvPr id="0" name=""/>
        <dsp:cNvSpPr/>
      </dsp:nvSpPr>
      <dsp:spPr>
        <a:xfrm>
          <a:off x="4371669" y="173013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1073935"/>
                <a:satOff val="-3082"/>
                <a:lumOff val="-49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073935"/>
                <a:satOff val="-3082"/>
                <a:lumOff val="-49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073935"/>
                <a:satOff val="-3082"/>
                <a:lumOff val="-49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Today vs Yesterday</a:t>
          </a:r>
          <a:r>
            <a:rPr lang="en-CA" sz="1200" kern="1200"/>
            <a:t>: Pie charts highlighting daily changes.</a:t>
          </a:r>
          <a:endParaRPr lang="en-US" sz="1200" kern="1200"/>
        </a:p>
      </dsp:txBody>
      <dsp:txXfrm>
        <a:off x="4371669" y="173013"/>
        <a:ext cx="1772261" cy="1063356"/>
      </dsp:txXfrm>
    </dsp:sp>
    <dsp:sp modelId="{180B3FEE-8354-2F47-BA40-C77EBACB4F18}">
      <dsp:nvSpPr>
        <dsp:cNvPr id="0" name=""/>
        <dsp:cNvSpPr/>
      </dsp:nvSpPr>
      <dsp:spPr>
        <a:xfrm>
          <a:off x="8322012" y="658971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accent2">
              <a:hueOff val="1757349"/>
              <a:satOff val="-5044"/>
              <a:lumOff val="-807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00332" y="702651"/>
        <a:ext cx="20381" cy="4080"/>
      </dsp:txXfrm>
    </dsp:sp>
    <dsp:sp modelId="{BE854D00-954B-5848-AB7A-67C674817498}">
      <dsp:nvSpPr>
        <dsp:cNvPr id="0" name=""/>
        <dsp:cNvSpPr/>
      </dsp:nvSpPr>
      <dsp:spPr>
        <a:xfrm>
          <a:off x="6551550" y="173013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Week &amp; Month Comparisons</a:t>
          </a:r>
          <a:r>
            <a:rPr lang="en-CA" sz="1200" kern="1200"/>
            <a:t>: Bar visuals for “Current vs Last.”</a:t>
          </a:r>
          <a:endParaRPr lang="en-US" sz="1200" kern="1200"/>
        </a:p>
      </dsp:txBody>
      <dsp:txXfrm>
        <a:off x="6551550" y="173013"/>
        <a:ext cx="1772261" cy="1063356"/>
      </dsp:txXfrm>
    </dsp:sp>
    <dsp:sp modelId="{8D27118E-589E-4342-A125-B4F1036536CF}">
      <dsp:nvSpPr>
        <dsp:cNvPr id="0" name=""/>
        <dsp:cNvSpPr/>
      </dsp:nvSpPr>
      <dsp:spPr>
        <a:xfrm>
          <a:off x="898036" y="1234570"/>
          <a:ext cx="8719527" cy="377020"/>
        </a:xfrm>
        <a:custGeom>
          <a:avLst/>
          <a:gdLst/>
          <a:ahLst/>
          <a:cxnLst/>
          <a:rect l="0" t="0" r="0" b="0"/>
          <a:pathLst>
            <a:path>
              <a:moveTo>
                <a:pt x="8719527" y="0"/>
              </a:moveTo>
              <a:lnTo>
                <a:pt x="8719527" y="205610"/>
              </a:lnTo>
              <a:lnTo>
                <a:pt x="0" y="205610"/>
              </a:lnTo>
              <a:lnTo>
                <a:pt x="0" y="377020"/>
              </a:lnTo>
            </a:path>
          </a:pathLst>
        </a:custGeom>
        <a:noFill/>
        <a:ln w="12700" cap="flat" cmpd="sng" algn="ctr">
          <a:solidFill>
            <a:schemeClr val="accent2">
              <a:hueOff val="2343132"/>
              <a:satOff val="-6725"/>
              <a:lumOff val="-1076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9573" y="1421040"/>
        <a:ext cx="436452" cy="4080"/>
      </dsp:txXfrm>
    </dsp:sp>
    <dsp:sp modelId="{10B4F0C3-C942-3040-8458-8733E9BD708D}">
      <dsp:nvSpPr>
        <dsp:cNvPr id="0" name=""/>
        <dsp:cNvSpPr/>
      </dsp:nvSpPr>
      <dsp:spPr>
        <a:xfrm>
          <a:off x="8731432" y="173013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Immediate Insight</a:t>
          </a:r>
          <a:r>
            <a:rPr lang="en-CA" sz="1200" kern="1200"/>
            <a:t>: Quickly identify short-term and medium-term trends.</a:t>
          </a:r>
          <a:endParaRPr lang="en-US" sz="1200" kern="1200"/>
        </a:p>
      </dsp:txBody>
      <dsp:txXfrm>
        <a:off x="8731432" y="173013"/>
        <a:ext cx="1772261" cy="1063356"/>
      </dsp:txXfrm>
    </dsp:sp>
    <dsp:sp modelId="{5C7B81B8-A8D8-4B45-A8EF-3B041B1117D8}">
      <dsp:nvSpPr>
        <dsp:cNvPr id="0" name=""/>
        <dsp:cNvSpPr/>
      </dsp:nvSpPr>
      <dsp:spPr>
        <a:xfrm>
          <a:off x="1782367" y="2129949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accent2">
              <a:hueOff val="2928915"/>
              <a:satOff val="-8406"/>
              <a:lumOff val="-1345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0686" y="2173628"/>
        <a:ext cx="20381" cy="4080"/>
      </dsp:txXfrm>
    </dsp:sp>
    <dsp:sp modelId="{1507D5B9-B864-3549-9697-F3B48DCCB83A}">
      <dsp:nvSpPr>
        <dsp:cNvPr id="0" name=""/>
        <dsp:cNvSpPr/>
      </dsp:nvSpPr>
      <dsp:spPr>
        <a:xfrm>
          <a:off x="11905" y="1643990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2684838"/>
                <a:satOff val="-7705"/>
                <a:lumOff val="-123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684838"/>
                <a:satOff val="-7705"/>
                <a:lumOff val="-123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684838"/>
                <a:satOff val="-7705"/>
                <a:lumOff val="-123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/>
            <a:t>Grafana Usage</a:t>
          </a:r>
          <a:endParaRPr lang="en-US" sz="1200" kern="1200"/>
        </a:p>
      </dsp:txBody>
      <dsp:txXfrm>
        <a:off x="11905" y="1643990"/>
        <a:ext cx="1772261" cy="1063356"/>
      </dsp:txXfrm>
    </dsp:sp>
    <dsp:sp modelId="{78DF9C51-53AA-4E4E-9C59-3E053F1B8FF6}">
      <dsp:nvSpPr>
        <dsp:cNvPr id="0" name=""/>
        <dsp:cNvSpPr/>
      </dsp:nvSpPr>
      <dsp:spPr>
        <a:xfrm>
          <a:off x="3962249" y="2129949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accent2">
              <a:hueOff val="3514698"/>
              <a:satOff val="-10087"/>
              <a:lumOff val="-1615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0568" y="2173628"/>
        <a:ext cx="20381" cy="4080"/>
      </dsp:txXfrm>
    </dsp:sp>
    <dsp:sp modelId="{E5DC9ECC-ECAD-8342-B770-9C9BC1F282FF}">
      <dsp:nvSpPr>
        <dsp:cNvPr id="0" name=""/>
        <dsp:cNvSpPr/>
      </dsp:nvSpPr>
      <dsp:spPr>
        <a:xfrm>
          <a:off x="2191787" y="1643990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Uses </a:t>
          </a:r>
          <a:r>
            <a:rPr lang="en-CA" sz="1200" b="1" kern="1200"/>
            <a:t>multiple panel types</a:t>
          </a:r>
          <a:r>
            <a:rPr lang="en-CA" sz="1200" kern="1200"/>
            <a:t>: gauges, pie charts, bar charts.</a:t>
          </a:r>
          <a:endParaRPr lang="en-US" sz="1200" kern="1200"/>
        </a:p>
      </dsp:txBody>
      <dsp:txXfrm>
        <a:off x="2191787" y="1643990"/>
        <a:ext cx="1772261" cy="1063356"/>
      </dsp:txXfrm>
    </dsp:sp>
    <dsp:sp modelId="{5813936F-BB16-A945-9309-D831D7611317}">
      <dsp:nvSpPr>
        <dsp:cNvPr id="0" name=""/>
        <dsp:cNvSpPr/>
      </dsp:nvSpPr>
      <dsp:spPr>
        <a:xfrm>
          <a:off x="6142130" y="2129949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accent2">
              <a:hueOff val="4100480"/>
              <a:satOff val="-11768"/>
              <a:lumOff val="-188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20450" y="2173628"/>
        <a:ext cx="20381" cy="4080"/>
      </dsp:txXfrm>
    </dsp:sp>
    <dsp:sp modelId="{2D78F7C1-17F7-EC4E-BDAD-18259CF49C08}">
      <dsp:nvSpPr>
        <dsp:cNvPr id="0" name=""/>
        <dsp:cNvSpPr/>
      </dsp:nvSpPr>
      <dsp:spPr>
        <a:xfrm>
          <a:off x="4371669" y="1643990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3758774"/>
                <a:satOff val="-10788"/>
                <a:lumOff val="-172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758774"/>
                <a:satOff val="-10788"/>
                <a:lumOff val="-172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758774"/>
                <a:satOff val="-10788"/>
                <a:lumOff val="-172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Auto-refresh</a:t>
          </a:r>
          <a:r>
            <a:rPr lang="en-CA" sz="1200" kern="1200"/>
            <a:t> ensures real-time updates from PostgreSQL.</a:t>
          </a:r>
          <a:endParaRPr lang="en-US" sz="1200" kern="1200"/>
        </a:p>
      </dsp:txBody>
      <dsp:txXfrm>
        <a:off x="4371669" y="1643990"/>
        <a:ext cx="1772261" cy="1063356"/>
      </dsp:txXfrm>
    </dsp:sp>
    <dsp:sp modelId="{851D67FD-56B0-5C4A-8ACE-1A30CE7EA3E3}">
      <dsp:nvSpPr>
        <dsp:cNvPr id="0" name=""/>
        <dsp:cNvSpPr/>
      </dsp:nvSpPr>
      <dsp:spPr>
        <a:xfrm>
          <a:off x="8322012" y="2129949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accent2">
              <a:hueOff val="4686264"/>
              <a:satOff val="-13449"/>
              <a:lumOff val="-2153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500332" y="2173628"/>
        <a:ext cx="20381" cy="4080"/>
      </dsp:txXfrm>
    </dsp:sp>
    <dsp:sp modelId="{7A91D4FE-97B9-4F48-B1F6-9269E7039C79}">
      <dsp:nvSpPr>
        <dsp:cNvPr id="0" name=""/>
        <dsp:cNvSpPr/>
      </dsp:nvSpPr>
      <dsp:spPr>
        <a:xfrm>
          <a:off x="6551550" y="1643990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4295742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2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2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Time range selectors</a:t>
          </a:r>
          <a:r>
            <a:rPr lang="en-CA" sz="1200" kern="1200"/>
            <a:t> let stakeholders zoom in or out (last 6 months, last 14 days, etc.).</a:t>
          </a:r>
          <a:endParaRPr lang="en-US" sz="1200" kern="1200"/>
        </a:p>
      </dsp:txBody>
      <dsp:txXfrm>
        <a:off x="6551550" y="1643990"/>
        <a:ext cx="1772261" cy="1063356"/>
      </dsp:txXfrm>
    </dsp:sp>
    <dsp:sp modelId="{80EC91A3-5748-E243-A829-F60374D0AEF4}">
      <dsp:nvSpPr>
        <dsp:cNvPr id="0" name=""/>
        <dsp:cNvSpPr/>
      </dsp:nvSpPr>
      <dsp:spPr>
        <a:xfrm>
          <a:off x="898036" y="2705547"/>
          <a:ext cx="8719527" cy="377020"/>
        </a:xfrm>
        <a:custGeom>
          <a:avLst/>
          <a:gdLst/>
          <a:ahLst/>
          <a:cxnLst/>
          <a:rect l="0" t="0" r="0" b="0"/>
          <a:pathLst>
            <a:path>
              <a:moveTo>
                <a:pt x="8719527" y="0"/>
              </a:moveTo>
              <a:lnTo>
                <a:pt x="8719527" y="205610"/>
              </a:lnTo>
              <a:lnTo>
                <a:pt x="0" y="205610"/>
              </a:lnTo>
              <a:lnTo>
                <a:pt x="0" y="377020"/>
              </a:lnTo>
            </a:path>
          </a:pathLst>
        </a:custGeom>
        <a:noFill/>
        <a:ln w="12700" cap="flat" cmpd="sng" algn="ctr">
          <a:solidFill>
            <a:schemeClr val="accent2">
              <a:hueOff val="5272046"/>
              <a:satOff val="-15131"/>
              <a:lumOff val="-242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9573" y="2892017"/>
        <a:ext cx="436452" cy="4080"/>
      </dsp:txXfrm>
    </dsp:sp>
    <dsp:sp modelId="{A3909A12-1B49-4D4F-8847-1DB4F7B5F0F6}">
      <dsp:nvSpPr>
        <dsp:cNvPr id="0" name=""/>
        <dsp:cNvSpPr/>
      </dsp:nvSpPr>
      <dsp:spPr>
        <a:xfrm>
          <a:off x="8731432" y="1643990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/>
            <a:t>Value to Stakeholders</a:t>
          </a:r>
          <a:endParaRPr lang="en-US" sz="1200" kern="1200"/>
        </a:p>
      </dsp:txBody>
      <dsp:txXfrm>
        <a:off x="8731432" y="1643990"/>
        <a:ext cx="1772261" cy="1063356"/>
      </dsp:txXfrm>
    </dsp:sp>
    <dsp:sp modelId="{A8870A5A-CB6B-794E-99BF-E6D7643BB729}">
      <dsp:nvSpPr>
        <dsp:cNvPr id="0" name=""/>
        <dsp:cNvSpPr/>
      </dsp:nvSpPr>
      <dsp:spPr>
        <a:xfrm>
          <a:off x="1782367" y="3600926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accent2">
              <a:hueOff val="5857830"/>
              <a:satOff val="-16812"/>
              <a:lumOff val="-2691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0686" y="3644606"/>
        <a:ext cx="20381" cy="4080"/>
      </dsp:txXfrm>
    </dsp:sp>
    <dsp:sp modelId="{23118F59-23DF-AC4C-80C5-781459A75C43}">
      <dsp:nvSpPr>
        <dsp:cNvPr id="0" name=""/>
        <dsp:cNvSpPr/>
      </dsp:nvSpPr>
      <dsp:spPr>
        <a:xfrm>
          <a:off x="11905" y="3114967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5369677"/>
                <a:satOff val="-15411"/>
                <a:lumOff val="-246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69677"/>
                <a:satOff val="-15411"/>
                <a:lumOff val="-246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69677"/>
                <a:satOff val="-15411"/>
                <a:lumOff val="-246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Hospital Admins</a:t>
          </a:r>
          <a:r>
            <a:rPr lang="en-CA" sz="1200" kern="1200"/>
            <a:t> can see daily spikes (today vs yesterday) and plan staff allocation.</a:t>
          </a:r>
          <a:endParaRPr lang="en-US" sz="1200" kern="1200"/>
        </a:p>
      </dsp:txBody>
      <dsp:txXfrm>
        <a:off x="11905" y="3114967"/>
        <a:ext cx="1772261" cy="1063356"/>
      </dsp:txXfrm>
    </dsp:sp>
    <dsp:sp modelId="{835429ED-B5DD-3143-8C80-65D205885518}">
      <dsp:nvSpPr>
        <dsp:cNvPr id="0" name=""/>
        <dsp:cNvSpPr/>
      </dsp:nvSpPr>
      <dsp:spPr>
        <a:xfrm>
          <a:off x="3962249" y="3600926"/>
          <a:ext cx="3770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020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0568" y="3644606"/>
        <a:ext cx="20381" cy="4080"/>
      </dsp:txXfrm>
    </dsp:sp>
    <dsp:sp modelId="{9D0D6FE7-25AF-5D46-815E-0CD22FA90410}">
      <dsp:nvSpPr>
        <dsp:cNvPr id="0" name=""/>
        <dsp:cNvSpPr/>
      </dsp:nvSpPr>
      <dsp:spPr>
        <a:xfrm>
          <a:off x="2191787" y="3114967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5906645"/>
                <a:satOff val="-16952"/>
                <a:lumOff val="-271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906645"/>
                <a:satOff val="-16952"/>
                <a:lumOff val="-271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906645"/>
                <a:satOff val="-16952"/>
                <a:lumOff val="-271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Operations</a:t>
          </a:r>
          <a:r>
            <a:rPr lang="en-CA" sz="1200" kern="1200"/>
            <a:t> track if weekly or monthly admissions exceed discharges, flagging potential capacity issues.</a:t>
          </a:r>
          <a:endParaRPr lang="en-US" sz="1200" kern="1200"/>
        </a:p>
      </dsp:txBody>
      <dsp:txXfrm>
        <a:off x="2191787" y="3114967"/>
        <a:ext cx="1772261" cy="1063356"/>
      </dsp:txXfrm>
    </dsp:sp>
    <dsp:sp modelId="{04C35214-BA75-004E-AF10-1DAF25D54BF3}">
      <dsp:nvSpPr>
        <dsp:cNvPr id="0" name=""/>
        <dsp:cNvSpPr/>
      </dsp:nvSpPr>
      <dsp:spPr>
        <a:xfrm>
          <a:off x="4371669" y="3114967"/>
          <a:ext cx="1772261" cy="1063356"/>
        </a:xfrm>
        <a:prstGeom prst="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842" tIns="91156" rIns="86842" bIns="9115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Executives</a:t>
          </a:r>
          <a:r>
            <a:rPr lang="en-CA" sz="1200" kern="1200"/>
            <a:t> glean immediate insights without needing separate reports—</a:t>
          </a:r>
          <a:r>
            <a:rPr lang="en-CA" sz="1200" b="1" kern="1200"/>
            <a:t>one-stop</a:t>
          </a:r>
          <a:r>
            <a:rPr lang="en-CA" sz="1200" kern="1200"/>
            <a:t> for near-term performance metrics.</a:t>
          </a:r>
          <a:endParaRPr lang="en-US" sz="1200" kern="1200"/>
        </a:p>
      </dsp:txBody>
      <dsp:txXfrm>
        <a:off x="4371669" y="3114967"/>
        <a:ext cx="1772261" cy="10633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92D33-C659-164E-B335-FE64B1EF0261}">
      <dsp:nvSpPr>
        <dsp:cNvPr id="0" name=""/>
        <dsp:cNvSpPr/>
      </dsp:nvSpPr>
      <dsp:spPr>
        <a:xfrm>
          <a:off x="1852309" y="522040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38219" y="565640"/>
        <a:ext cx="21179" cy="4240"/>
      </dsp:txXfrm>
    </dsp:sp>
    <dsp:sp modelId="{ADFAED43-118C-2F4A-ADA2-CE999827AB73}">
      <dsp:nvSpPr>
        <dsp:cNvPr id="0" name=""/>
        <dsp:cNvSpPr/>
      </dsp:nvSpPr>
      <dsp:spPr>
        <a:xfrm>
          <a:off x="12372" y="15239"/>
          <a:ext cx="1841737" cy="11050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Purpose</a:t>
          </a:r>
          <a:r>
            <a:rPr lang="en-CA" sz="1200" kern="1200"/>
            <a:t>: Explore longer-term patterns (weekly, monthly, quarterly) and compare hospitals side by side.</a:t>
          </a:r>
          <a:endParaRPr lang="en-US" sz="1200" kern="1200"/>
        </a:p>
      </dsp:txBody>
      <dsp:txXfrm>
        <a:off x="12372" y="15239"/>
        <a:ext cx="1841737" cy="1105042"/>
      </dsp:txXfrm>
    </dsp:sp>
    <dsp:sp modelId="{6D9752B2-9A61-BE41-80BD-B61880B61981}">
      <dsp:nvSpPr>
        <dsp:cNvPr id="0" name=""/>
        <dsp:cNvSpPr/>
      </dsp:nvSpPr>
      <dsp:spPr>
        <a:xfrm>
          <a:off x="4117646" y="522040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536968"/>
              <a:satOff val="-1541"/>
              <a:lumOff val="-246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03556" y="565640"/>
        <a:ext cx="21179" cy="4240"/>
      </dsp:txXfrm>
    </dsp:sp>
    <dsp:sp modelId="{21B05E18-92D8-3C45-9CC7-B89F25B43642}">
      <dsp:nvSpPr>
        <dsp:cNvPr id="0" name=""/>
        <dsp:cNvSpPr/>
      </dsp:nvSpPr>
      <dsp:spPr>
        <a:xfrm>
          <a:off x="2277709" y="15239"/>
          <a:ext cx="1841737" cy="1105042"/>
        </a:xfrm>
        <a:prstGeom prst="rect">
          <a:avLst/>
        </a:prstGeom>
        <a:solidFill>
          <a:schemeClr val="accent2">
            <a:hueOff val="495662"/>
            <a:satOff val="-1423"/>
            <a:lumOff val="-227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Weekly Admissions vs Discharges</a:t>
          </a:r>
          <a:r>
            <a:rPr lang="en-CA" sz="1200" kern="1200"/>
            <a:t>: Multi-line chart to see capacity changes over time.</a:t>
          </a:r>
          <a:endParaRPr lang="en-US" sz="1200" kern="1200"/>
        </a:p>
      </dsp:txBody>
      <dsp:txXfrm>
        <a:off x="2277709" y="15239"/>
        <a:ext cx="1841737" cy="1105042"/>
      </dsp:txXfrm>
    </dsp:sp>
    <dsp:sp modelId="{1CFFFCF7-4E0E-BD47-8E5B-5B11E5DEB4A8}">
      <dsp:nvSpPr>
        <dsp:cNvPr id="0" name=""/>
        <dsp:cNvSpPr/>
      </dsp:nvSpPr>
      <dsp:spPr>
        <a:xfrm>
          <a:off x="6382983" y="522040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1073935"/>
              <a:satOff val="-3082"/>
              <a:lumOff val="-493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68892" y="565640"/>
        <a:ext cx="21179" cy="4240"/>
      </dsp:txXfrm>
    </dsp:sp>
    <dsp:sp modelId="{A5A77CC4-B9A4-B444-B824-5D5564EB62C8}">
      <dsp:nvSpPr>
        <dsp:cNvPr id="0" name=""/>
        <dsp:cNvSpPr/>
      </dsp:nvSpPr>
      <dsp:spPr>
        <a:xfrm>
          <a:off x="4543045" y="15239"/>
          <a:ext cx="1841737" cy="1105042"/>
        </a:xfrm>
        <a:prstGeom prst="rect">
          <a:avLst/>
        </a:prstGeom>
        <a:solidFill>
          <a:schemeClr val="accent2">
            <a:hueOff val="991325"/>
            <a:satOff val="-2845"/>
            <a:lumOff val="-45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Emergency Admissions</a:t>
          </a:r>
          <a:r>
            <a:rPr lang="en-CA" sz="1200" kern="1200"/>
            <a:t>: Weekly bar chart revealing potential surges.</a:t>
          </a:r>
          <a:endParaRPr lang="en-US" sz="1200" kern="1200"/>
        </a:p>
      </dsp:txBody>
      <dsp:txXfrm>
        <a:off x="4543045" y="15239"/>
        <a:ext cx="1841737" cy="1105042"/>
      </dsp:txXfrm>
    </dsp:sp>
    <dsp:sp modelId="{0EE12E3D-F5FD-3D42-9F77-1DFE611BCDA5}">
      <dsp:nvSpPr>
        <dsp:cNvPr id="0" name=""/>
        <dsp:cNvSpPr/>
      </dsp:nvSpPr>
      <dsp:spPr>
        <a:xfrm>
          <a:off x="8648319" y="522040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34229" y="565640"/>
        <a:ext cx="21179" cy="4240"/>
      </dsp:txXfrm>
    </dsp:sp>
    <dsp:sp modelId="{0A13CEFA-C05E-1B4B-AABD-70025A8C741E}">
      <dsp:nvSpPr>
        <dsp:cNvPr id="0" name=""/>
        <dsp:cNvSpPr/>
      </dsp:nvSpPr>
      <dsp:spPr>
        <a:xfrm>
          <a:off x="6808382" y="15239"/>
          <a:ext cx="1841737" cy="1105042"/>
        </a:xfrm>
        <a:prstGeom prst="rect">
          <a:avLst/>
        </a:prstGeom>
        <a:solidFill>
          <a:schemeClr val="accent2">
            <a:hueOff val="1486987"/>
            <a:satOff val="-4268"/>
            <a:lumOff val="-683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ALOS (Avg Length of Stay) Trend</a:t>
          </a:r>
          <a:r>
            <a:rPr lang="en-CA" sz="1200" kern="1200"/>
            <a:t>: Evaluate efficiency over months.</a:t>
          </a:r>
          <a:endParaRPr lang="en-US" sz="1200" kern="1200"/>
        </a:p>
      </dsp:txBody>
      <dsp:txXfrm>
        <a:off x="6808382" y="15239"/>
        <a:ext cx="1841737" cy="1105042"/>
      </dsp:txXfrm>
    </dsp:sp>
    <dsp:sp modelId="{72D03868-5C29-D847-8A76-78A31F21B5C8}">
      <dsp:nvSpPr>
        <dsp:cNvPr id="0" name=""/>
        <dsp:cNvSpPr/>
      </dsp:nvSpPr>
      <dsp:spPr>
        <a:xfrm>
          <a:off x="933240" y="1118481"/>
          <a:ext cx="9061347" cy="392999"/>
        </a:xfrm>
        <a:custGeom>
          <a:avLst/>
          <a:gdLst/>
          <a:ahLst/>
          <a:cxnLst/>
          <a:rect l="0" t="0" r="0" b="0"/>
          <a:pathLst>
            <a:path>
              <a:moveTo>
                <a:pt x="9061347" y="0"/>
              </a:moveTo>
              <a:lnTo>
                <a:pt x="9061347" y="213599"/>
              </a:lnTo>
              <a:lnTo>
                <a:pt x="0" y="213599"/>
              </a:lnTo>
              <a:lnTo>
                <a:pt x="0" y="392999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7133" y="1312861"/>
        <a:ext cx="453562" cy="4240"/>
      </dsp:txXfrm>
    </dsp:sp>
    <dsp:sp modelId="{A7D9817A-53BA-BA4E-84D1-40FC150C1A4D}">
      <dsp:nvSpPr>
        <dsp:cNvPr id="0" name=""/>
        <dsp:cNvSpPr/>
      </dsp:nvSpPr>
      <dsp:spPr>
        <a:xfrm>
          <a:off x="9073719" y="15239"/>
          <a:ext cx="1841737" cy="1105042"/>
        </a:xfrm>
        <a:prstGeom prst="rect">
          <a:avLst/>
        </a:prstGeom>
        <a:solidFill>
          <a:schemeClr val="accent2">
            <a:hueOff val="1982650"/>
            <a:satOff val="-5690"/>
            <a:lumOff val="-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Quarterly Transfers</a:t>
          </a:r>
          <a:r>
            <a:rPr lang="en-CA" sz="1200" kern="1200"/>
            <a:t>: Spot facility transfers to manage resources.</a:t>
          </a:r>
          <a:endParaRPr lang="en-US" sz="1200" kern="1200"/>
        </a:p>
      </dsp:txBody>
      <dsp:txXfrm>
        <a:off x="9073719" y="15239"/>
        <a:ext cx="1841737" cy="1105042"/>
      </dsp:txXfrm>
    </dsp:sp>
    <dsp:sp modelId="{9B4CD810-FB96-9249-A737-2EEFEEE190B9}">
      <dsp:nvSpPr>
        <dsp:cNvPr id="0" name=""/>
        <dsp:cNvSpPr/>
      </dsp:nvSpPr>
      <dsp:spPr>
        <a:xfrm>
          <a:off x="1852309" y="2050682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2684838"/>
              <a:satOff val="-7705"/>
              <a:lumOff val="-1233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38219" y="2094282"/>
        <a:ext cx="21179" cy="4240"/>
      </dsp:txXfrm>
    </dsp:sp>
    <dsp:sp modelId="{90BE956C-42B0-9A45-8803-1CE91E2B620F}">
      <dsp:nvSpPr>
        <dsp:cNvPr id="0" name=""/>
        <dsp:cNvSpPr/>
      </dsp:nvSpPr>
      <dsp:spPr>
        <a:xfrm>
          <a:off x="12372" y="1543881"/>
          <a:ext cx="1841737" cy="1105042"/>
        </a:xfrm>
        <a:prstGeom prst="rect">
          <a:avLst/>
        </a:prstGeom>
        <a:solidFill>
          <a:schemeClr val="accent2">
            <a:hueOff val="2478313"/>
            <a:satOff val="-7113"/>
            <a:lumOff val="-113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Multi-Hospital Comparison</a:t>
          </a:r>
          <a:r>
            <a:rPr lang="en-CA" sz="1200" kern="1200"/>
            <a:t>: Current month stats for each hospital side by side.</a:t>
          </a:r>
          <a:endParaRPr lang="en-US" sz="1200" kern="1200"/>
        </a:p>
      </dsp:txBody>
      <dsp:txXfrm>
        <a:off x="12372" y="1543881"/>
        <a:ext cx="1841737" cy="1105042"/>
      </dsp:txXfrm>
    </dsp:sp>
    <dsp:sp modelId="{86B9C0FD-B3B9-B442-8ACD-C9DDC964CFF0}">
      <dsp:nvSpPr>
        <dsp:cNvPr id="0" name=""/>
        <dsp:cNvSpPr/>
      </dsp:nvSpPr>
      <dsp:spPr>
        <a:xfrm>
          <a:off x="4117646" y="2050682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03556" y="2094282"/>
        <a:ext cx="21179" cy="4240"/>
      </dsp:txXfrm>
    </dsp:sp>
    <dsp:sp modelId="{1FCE48E1-123F-9348-B786-5187230E4ED2}">
      <dsp:nvSpPr>
        <dsp:cNvPr id="0" name=""/>
        <dsp:cNvSpPr/>
      </dsp:nvSpPr>
      <dsp:spPr>
        <a:xfrm>
          <a:off x="2277709" y="1543881"/>
          <a:ext cx="1841737" cy="1105042"/>
        </a:xfrm>
        <a:prstGeom prst="rect">
          <a:avLst/>
        </a:prstGeom>
        <a:solidFill>
          <a:schemeClr val="accent2">
            <a:hueOff val="2973975"/>
            <a:satOff val="-8535"/>
            <a:lumOff val="-136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/>
            <a:t>Grafana Usage</a:t>
          </a:r>
          <a:endParaRPr lang="en-US" sz="1200" kern="1200"/>
        </a:p>
      </dsp:txBody>
      <dsp:txXfrm>
        <a:off x="2277709" y="1543881"/>
        <a:ext cx="1841737" cy="1105042"/>
      </dsp:txXfrm>
    </dsp:sp>
    <dsp:sp modelId="{CBDA0939-2940-5C45-AD32-0638228B0DDC}">
      <dsp:nvSpPr>
        <dsp:cNvPr id="0" name=""/>
        <dsp:cNvSpPr/>
      </dsp:nvSpPr>
      <dsp:spPr>
        <a:xfrm>
          <a:off x="6382983" y="2050682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3758774"/>
              <a:satOff val="-10788"/>
              <a:lumOff val="-1727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68892" y="2094282"/>
        <a:ext cx="21179" cy="4240"/>
      </dsp:txXfrm>
    </dsp:sp>
    <dsp:sp modelId="{4E65DC0B-DD28-4940-9778-DD5F12B1A754}">
      <dsp:nvSpPr>
        <dsp:cNvPr id="0" name=""/>
        <dsp:cNvSpPr/>
      </dsp:nvSpPr>
      <dsp:spPr>
        <a:xfrm>
          <a:off x="4543045" y="1543881"/>
          <a:ext cx="1841737" cy="1105042"/>
        </a:xfrm>
        <a:prstGeom prst="rect">
          <a:avLst/>
        </a:prstGeom>
        <a:solidFill>
          <a:schemeClr val="accent2">
            <a:hueOff val="3469638"/>
            <a:satOff val="-9958"/>
            <a:lumOff val="-159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Line charts</a:t>
          </a:r>
          <a:r>
            <a:rPr lang="en-CA" sz="1200" kern="1200"/>
            <a:t> for weekly admissions/discharges: easy to see capacity fluctuations.</a:t>
          </a:r>
          <a:endParaRPr lang="en-US" sz="1200" kern="1200"/>
        </a:p>
      </dsp:txBody>
      <dsp:txXfrm>
        <a:off x="4543045" y="1543881"/>
        <a:ext cx="1841737" cy="1105042"/>
      </dsp:txXfrm>
    </dsp:sp>
    <dsp:sp modelId="{EF441D71-9EC3-7F4F-A4F5-DF6C489C0089}">
      <dsp:nvSpPr>
        <dsp:cNvPr id="0" name=""/>
        <dsp:cNvSpPr/>
      </dsp:nvSpPr>
      <dsp:spPr>
        <a:xfrm>
          <a:off x="8648319" y="2050682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34229" y="2094282"/>
        <a:ext cx="21179" cy="4240"/>
      </dsp:txXfrm>
    </dsp:sp>
    <dsp:sp modelId="{8419515B-FC57-924D-BF3B-E78A82CC43AD}">
      <dsp:nvSpPr>
        <dsp:cNvPr id="0" name=""/>
        <dsp:cNvSpPr/>
      </dsp:nvSpPr>
      <dsp:spPr>
        <a:xfrm>
          <a:off x="6808382" y="1543881"/>
          <a:ext cx="1841737" cy="1105042"/>
        </a:xfrm>
        <a:prstGeom prst="rect">
          <a:avLst/>
        </a:prstGeom>
        <a:solidFill>
          <a:schemeClr val="accent2">
            <a:hueOff val="3965300"/>
            <a:satOff val="-11380"/>
            <a:lumOff val="-1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Bar</a:t>
          </a:r>
          <a:r>
            <a:rPr lang="en-CA" sz="1200" kern="1200"/>
            <a:t> or </a:t>
          </a:r>
          <a:r>
            <a:rPr lang="en-CA" sz="1200" b="1" kern="1200"/>
            <a:t>stat</a:t>
          </a:r>
          <a:r>
            <a:rPr lang="en-CA" sz="1200" kern="1200"/>
            <a:t> panels for weekly emergency admissions.</a:t>
          </a:r>
          <a:endParaRPr lang="en-US" sz="1200" kern="1200"/>
        </a:p>
      </dsp:txBody>
      <dsp:txXfrm>
        <a:off x="6808382" y="1543881"/>
        <a:ext cx="1841737" cy="1105042"/>
      </dsp:txXfrm>
    </dsp:sp>
    <dsp:sp modelId="{A7E14D5D-E8F4-584F-8BAF-DF9CD28546EA}">
      <dsp:nvSpPr>
        <dsp:cNvPr id="0" name=""/>
        <dsp:cNvSpPr/>
      </dsp:nvSpPr>
      <dsp:spPr>
        <a:xfrm>
          <a:off x="933240" y="2647123"/>
          <a:ext cx="9061347" cy="392999"/>
        </a:xfrm>
        <a:custGeom>
          <a:avLst/>
          <a:gdLst/>
          <a:ahLst/>
          <a:cxnLst/>
          <a:rect l="0" t="0" r="0" b="0"/>
          <a:pathLst>
            <a:path>
              <a:moveTo>
                <a:pt x="9061347" y="0"/>
              </a:moveTo>
              <a:lnTo>
                <a:pt x="9061347" y="213599"/>
              </a:lnTo>
              <a:lnTo>
                <a:pt x="0" y="213599"/>
              </a:lnTo>
              <a:lnTo>
                <a:pt x="0" y="392999"/>
              </a:lnTo>
            </a:path>
          </a:pathLst>
        </a:custGeom>
        <a:noFill/>
        <a:ln w="12700" cap="flat" cmpd="sng" algn="ctr">
          <a:solidFill>
            <a:schemeClr val="accent2">
              <a:hueOff val="4832709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7133" y="2841503"/>
        <a:ext cx="453562" cy="4240"/>
      </dsp:txXfrm>
    </dsp:sp>
    <dsp:sp modelId="{9D95ACD9-7463-F04D-BB6E-5E5D1EBDE898}">
      <dsp:nvSpPr>
        <dsp:cNvPr id="0" name=""/>
        <dsp:cNvSpPr/>
      </dsp:nvSpPr>
      <dsp:spPr>
        <a:xfrm>
          <a:off x="9073719" y="1543881"/>
          <a:ext cx="1841737" cy="1105042"/>
        </a:xfrm>
        <a:prstGeom prst="rect">
          <a:avLst/>
        </a:prstGeom>
        <a:solidFill>
          <a:schemeClr val="accent2">
            <a:hueOff val="4460962"/>
            <a:satOff val="-12803"/>
            <a:lumOff val="-204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Time-shift</a:t>
          </a:r>
          <a:r>
            <a:rPr lang="en-CA" sz="1200" kern="1200"/>
            <a:t> features in Grafana (e.g., -1M, -25d) let us compare the same metric across different date ranges on one chart.</a:t>
          </a:r>
          <a:endParaRPr lang="en-US" sz="1200" kern="1200"/>
        </a:p>
      </dsp:txBody>
      <dsp:txXfrm>
        <a:off x="9073719" y="1543881"/>
        <a:ext cx="1841737" cy="1105042"/>
      </dsp:txXfrm>
    </dsp:sp>
    <dsp:sp modelId="{818C4B03-55F7-A64A-B018-9DB8C2907780}">
      <dsp:nvSpPr>
        <dsp:cNvPr id="0" name=""/>
        <dsp:cNvSpPr/>
      </dsp:nvSpPr>
      <dsp:spPr>
        <a:xfrm>
          <a:off x="1852309" y="3579324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5369677"/>
              <a:satOff val="-15411"/>
              <a:lumOff val="-2467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38219" y="3622924"/>
        <a:ext cx="21179" cy="4240"/>
      </dsp:txXfrm>
    </dsp:sp>
    <dsp:sp modelId="{5CCDD183-BE11-4B43-AEB7-F59D5FD2D3CD}">
      <dsp:nvSpPr>
        <dsp:cNvPr id="0" name=""/>
        <dsp:cNvSpPr/>
      </dsp:nvSpPr>
      <dsp:spPr>
        <a:xfrm>
          <a:off x="12372" y="3072523"/>
          <a:ext cx="1841737" cy="1105042"/>
        </a:xfrm>
        <a:prstGeom prst="rect">
          <a:avLst/>
        </a:prstGeom>
        <a:solidFill>
          <a:schemeClr val="accent2">
            <a:hueOff val="4956625"/>
            <a:satOff val="-14225"/>
            <a:lumOff val="-227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/>
            <a:t>Value to Stakeholders</a:t>
          </a:r>
          <a:endParaRPr lang="en-US" sz="1200" kern="1200"/>
        </a:p>
      </dsp:txBody>
      <dsp:txXfrm>
        <a:off x="12372" y="3072523"/>
        <a:ext cx="1841737" cy="1105042"/>
      </dsp:txXfrm>
    </dsp:sp>
    <dsp:sp modelId="{5972C731-0D3E-664F-809B-03986E12B43A}">
      <dsp:nvSpPr>
        <dsp:cNvPr id="0" name=""/>
        <dsp:cNvSpPr/>
      </dsp:nvSpPr>
      <dsp:spPr>
        <a:xfrm>
          <a:off x="4117646" y="3579324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5906645"/>
              <a:satOff val="-16952"/>
              <a:lumOff val="-271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03556" y="3622924"/>
        <a:ext cx="21179" cy="4240"/>
      </dsp:txXfrm>
    </dsp:sp>
    <dsp:sp modelId="{CEC226EB-8DE0-3E43-BF7C-8BEDE52F5DC7}">
      <dsp:nvSpPr>
        <dsp:cNvPr id="0" name=""/>
        <dsp:cNvSpPr/>
      </dsp:nvSpPr>
      <dsp:spPr>
        <a:xfrm>
          <a:off x="2277709" y="3072523"/>
          <a:ext cx="1841737" cy="1105042"/>
        </a:xfrm>
        <a:prstGeom prst="rect">
          <a:avLst/>
        </a:prstGeom>
        <a:solidFill>
          <a:schemeClr val="accent2">
            <a:hueOff val="5452288"/>
            <a:satOff val="-15648"/>
            <a:lumOff val="-250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Operations teams</a:t>
          </a:r>
          <a:r>
            <a:rPr lang="en-CA" sz="1200" kern="1200"/>
            <a:t> can spot if certain weeks consistently run higher on discharges vs admissions.</a:t>
          </a:r>
          <a:endParaRPr lang="en-US" sz="1200" kern="1200"/>
        </a:p>
      </dsp:txBody>
      <dsp:txXfrm>
        <a:off x="2277709" y="3072523"/>
        <a:ext cx="1841737" cy="1105042"/>
      </dsp:txXfrm>
    </dsp:sp>
    <dsp:sp modelId="{BB0B9CBE-AAC3-844D-9E1B-5CC18086E926}">
      <dsp:nvSpPr>
        <dsp:cNvPr id="0" name=""/>
        <dsp:cNvSpPr/>
      </dsp:nvSpPr>
      <dsp:spPr>
        <a:xfrm>
          <a:off x="6382983" y="3579324"/>
          <a:ext cx="392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2999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68892" y="3622924"/>
        <a:ext cx="21179" cy="4240"/>
      </dsp:txXfrm>
    </dsp:sp>
    <dsp:sp modelId="{E183350A-F017-9D41-89E9-EA11091B13FF}">
      <dsp:nvSpPr>
        <dsp:cNvPr id="0" name=""/>
        <dsp:cNvSpPr/>
      </dsp:nvSpPr>
      <dsp:spPr>
        <a:xfrm>
          <a:off x="4543045" y="3072523"/>
          <a:ext cx="1841737" cy="1105042"/>
        </a:xfrm>
        <a:prstGeom prst="rect">
          <a:avLst/>
        </a:prstGeom>
        <a:solidFill>
          <a:schemeClr val="accent2">
            <a:hueOff val="5947950"/>
            <a:satOff val="-17070"/>
            <a:lumOff val="-2733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Management</a:t>
          </a:r>
          <a:r>
            <a:rPr lang="en-CA" sz="1200" kern="1200"/>
            <a:t> can track the average length of stay (ALOS) monthly—important for resource planning.</a:t>
          </a:r>
          <a:endParaRPr lang="en-US" sz="1200" kern="1200"/>
        </a:p>
      </dsp:txBody>
      <dsp:txXfrm>
        <a:off x="4543045" y="3072523"/>
        <a:ext cx="1841737" cy="1105042"/>
      </dsp:txXfrm>
    </dsp:sp>
    <dsp:sp modelId="{84091B38-FC9A-4541-B2E0-455382B12FCD}">
      <dsp:nvSpPr>
        <dsp:cNvPr id="0" name=""/>
        <dsp:cNvSpPr/>
      </dsp:nvSpPr>
      <dsp:spPr>
        <a:xfrm>
          <a:off x="6808382" y="3072523"/>
          <a:ext cx="1841737" cy="1105042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47" tIns="94730" rIns="90247" bIns="9473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Hospital chain executives</a:t>
          </a:r>
          <a:r>
            <a:rPr lang="en-CA" sz="1200" kern="1200"/>
            <a:t> see how each facility is performing (admitted, discharged, emergency counts, etc.) to allocate budgets or shift resources.</a:t>
          </a:r>
          <a:endParaRPr lang="en-US" sz="1200" kern="1200"/>
        </a:p>
      </dsp:txBody>
      <dsp:txXfrm>
        <a:off x="6808382" y="3072523"/>
        <a:ext cx="1841737" cy="11050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916CD-B28B-7B4B-829E-EE1309DF400D}">
      <dsp:nvSpPr>
        <dsp:cNvPr id="0" name=""/>
        <dsp:cNvSpPr/>
      </dsp:nvSpPr>
      <dsp:spPr>
        <a:xfrm>
          <a:off x="1536362" y="785294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87620" y="829259"/>
        <a:ext cx="17532" cy="3509"/>
      </dsp:txXfrm>
    </dsp:sp>
    <dsp:sp modelId="{D20CD050-0CF6-5949-8A66-60C964CC0875}">
      <dsp:nvSpPr>
        <dsp:cNvPr id="0" name=""/>
        <dsp:cNvSpPr/>
      </dsp:nvSpPr>
      <dsp:spPr>
        <a:xfrm>
          <a:off x="13598" y="373645"/>
          <a:ext cx="1524563" cy="9147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/>
            <a:t>Purpose</a:t>
          </a:r>
          <a:r>
            <a:rPr lang="en-CA" sz="1200" kern="1200"/>
            <a:t>: Combine a map view with real-time stats for one specific hospital at a time.</a:t>
          </a:r>
          <a:endParaRPr lang="en-US" sz="1200" kern="1200"/>
        </a:p>
      </dsp:txBody>
      <dsp:txXfrm>
        <a:off x="13598" y="373645"/>
        <a:ext cx="1524563" cy="914738"/>
      </dsp:txXfrm>
    </dsp:sp>
    <dsp:sp modelId="{11EABE5A-0B3F-3E47-AAF2-B39DD9C1F002}">
      <dsp:nvSpPr>
        <dsp:cNvPr id="0" name=""/>
        <dsp:cNvSpPr/>
      </dsp:nvSpPr>
      <dsp:spPr>
        <a:xfrm>
          <a:off x="3411575" y="785294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460258"/>
              <a:satOff val="-1321"/>
              <a:lumOff val="-211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2834" y="829259"/>
        <a:ext cx="17532" cy="3509"/>
      </dsp:txXfrm>
    </dsp:sp>
    <dsp:sp modelId="{AC9F83D7-1D72-8141-B69C-0FC6298BE631}">
      <dsp:nvSpPr>
        <dsp:cNvPr id="0" name=""/>
        <dsp:cNvSpPr/>
      </dsp:nvSpPr>
      <dsp:spPr>
        <a:xfrm>
          <a:off x="1888812" y="275022"/>
          <a:ext cx="1524563" cy="1111983"/>
        </a:xfrm>
        <a:prstGeom prst="rect">
          <a:avLst/>
        </a:prstGeom>
        <a:solidFill>
          <a:schemeClr val="accent2">
            <a:hueOff val="429574"/>
            <a:satOff val="-1233"/>
            <a:lumOff val="-19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/>
            <a:t>Hospital Geo Overview</a:t>
          </a:r>
          <a:r>
            <a:rPr lang="en-CA" sz="1200" kern="1200" dirty="0"/>
            <a:t>: Map panel to visualize location &amp; real-time selection of hospital.</a:t>
          </a:r>
          <a:endParaRPr lang="en-US" sz="1200" kern="1200" dirty="0"/>
        </a:p>
      </dsp:txBody>
      <dsp:txXfrm>
        <a:off x="1888812" y="275022"/>
        <a:ext cx="1524563" cy="1111983"/>
      </dsp:txXfrm>
    </dsp:sp>
    <dsp:sp modelId="{75A60F38-EE36-3646-8F88-468E5F91C9D6}">
      <dsp:nvSpPr>
        <dsp:cNvPr id="0" name=""/>
        <dsp:cNvSpPr/>
      </dsp:nvSpPr>
      <dsp:spPr>
        <a:xfrm>
          <a:off x="5286789" y="785294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8048" y="829259"/>
        <a:ext cx="17532" cy="3509"/>
      </dsp:txXfrm>
    </dsp:sp>
    <dsp:sp modelId="{E1A66A55-A7F9-CA42-9691-170CA39EDB1E}">
      <dsp:nvSpPr>
        <dsp:cNvPr id="0" name=""/>
        <dsp:cNvSpPr/>
      </dsp:nvSpPr>
      <dsp:spPr>
        <a:xfrm>
          <a:off x="3764025" y="373645"/>
          <a:ext cx="1524563" cy="914738"/>
        </a:xfrm>
        <a:prstGeom prst="rect">
          <a:avLst/>
        </a:prstGeom>
        <a:solidFill>
          <a:schemeClr val="accent2">
            <a:hueOff val="859148"/>
            <a:satOff val="-2466"/>
            <a:lumOff val="-39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Active Patients Today / ALOS</a:t>
          </a:r>
          <a:r>
            <a:rPr lang="en-CA" sz="1200" kern="1200"/>
            <a:t>: Single-stat tiles for quick snapshot.</a:t>
          </a:r>
          <a:endParaRPr lang="en-US" sz="1200" kern="1200"/>
        </a:p>
      </dsp:txBody>
      <dsp:txXfrm>
        <a:off x="3764025" y="373645"/>
        <a:ext cx="1524563" cy="914738"/>
      </dsp:txXfrm>
    </dsp:sp>
    <dsp:sp modelId="{28E45C26-4BDD-A248-A0D6-FC95B1C32BC2}">
      <dsp:nvSpPr>
        <dsp:cNvPr id="0" name=""/>
        <dsp:cNvSpPr/>
      </dsp:nvSpPr>
      <dsp:spPr>
        <a:xfrm>
          <a:off x="7162003" y="785294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1380774"/>
              <a:satOff val="-3963"/>
              <a:lumOff val="-634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13261" y="829259"/>
        <a:ext cx="17532" cy="3509"/>
      </dsp:txXfrm>
    </dsp:sp>
    <dsp:sp modelId="{ED68CE40-1E58-B647-8B62-3E2CF2044BDD}">
      <dsp:nvSpPr>
        <dsp:cNvPr id="0" name=""/>
        <dsp:cNvSpPr/>
      </dsp:nvSpPr>
      <dsp:spPr>
        <a:xfrm>
          <a:off x="5639239" y="373645"/>
          <a:ext cx="1524563" cy="914738"/>
        </a:xfrm>
        <a:prstGeom prst="rect">
          <a:avLst/>
        </a:prstGeom>
        <a:solidFill>
          <a:schemeClr val="accent2">
            <a:hueOff val="1288722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Diagnosis Distribution</a:t>
          </a:r>
          <a:r>
            <a:rPr lang="en-CA" sz="1200" kern="1200"/>
            <a:t>: Horizontal bar chart showing top diagnoses (pneumonia, Covid-19, etc.).</a:t>
          </a:r>
          <a:endParaRPr lang="en-US" sz="1200" kern="1200"/>
        </a:p>
      </dsp:txBody>
      <dsp:txXfrm>
        <a:off x="5639239" y="373645"/>
        <a:ext cx="1524563" cy="914738"/>
      </dsp:txXfrm>
    </dsp:sp>
    <dsp:sp modelId="{5D5C6E0A-1714-804F-AF7F-109DB665B5D8}">
      <dsp:nvSpPr>
        <dsp:cNvPr id="0" name=""/>
        <dsp:cNvSpPr/>
      </dsp:nvSpPr>
      <dsp:spPr>
        <a:xfrm>
          <a:off x="9037216" y="785294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1841032"/>
              <a:satOff val="-5284"/>
              <a:lumOff val="-846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188475" y="829259"/>
        <a:ext cx="17532" cy="3509"/>
      </dsp:txXfrm>
    </dsp:sp>
    <dsp:sp modelId="{48E80901-214B-394F-8C8B-0DC21FE58D96}">
      <dsp:nvSpPr>
        <dsp:cNvPr id="0" name=""/>
        <dsp:cNvSpPr/>
      </dsp:nvSpPr>
      <dsp:spPr>
        <a:xfrm>
          <a:off x="7514453" y="373645"/>
          <a:ext cx="1524563" cy="914738"/>
        </a:xfrm>
        <a:prstGeom prst="rect">
          <a:avLst/>
        </a:prstGeom>
        <a:solidFill>
          <a:schemeClr val="accent2">
            <a:hueOff val="1718297"/>
            <a:satOff val="-4931"/>
            <a:lumOff val="-78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Daily Metrics</a:t>
          </a:r>
          <a:r>
            <a:rPr lang="en-CA" sz="1200" kern="1200"/>
            <a:t>: Admissions line chart; Emergency vs. Transferred bar.</a:t>
          </a:r>
          <a:endParaRPr lang="en-US" sz="1200" kern="1200"/>
        </a:p>
      </dsp:txBody>
      <dsp:txXfrm>
        <a:off x="7514453" y="373645"/>
        <a:ext cx="1524563" cy="914738"/>
      </dsp:txXfrm>
    </dsp:sp>
    <dsp:sp modelId="{5753AE9C-8435-7D4A-8E24-995FD42A50C1}">
      <dsp:nvSpPr>
        <dsp:cNvPr id="0" name=""/>
        <dsp:cNvSpPr/>
      </dsp:nvSpPr>
      <dsp:spPr>
        <a:xfrm>
          <a:off x="775880" y="1286583"/>
          <a:ext cx="9376068" cy="418672"/>
        </a:xfrm>
        <a:custGeom>
          <a:avLst/>
          <a:gdLst/>
          <a:ahLst/>
          <a:cxnLst/>
          <a:rect l="0" t="0" r="0" b="0"/>
          <a:pathLst>
            <a:path>
              <a:moveTo>
                <a:pt x="9376068" y="0"/>
              </a:moveTo>
              <a:lnTo>
                <a:pt x="9376068" y="226436"/>
              </a:lnTo>
              <a:lnTo>
                <a:pt x="0" y="226436"/>
              </a:lnTo>
              <a:lnTo>
                <a:pt x="0" y="418672"/>
              </a:lnTo>
            </a:path>
          </a:pathLst>
        </a:custGeom>
        <a:noFill/>
        <a:ln w="12700" cap="flat" cmpd="sng" algn="ctr">
          <a:solidFill>
            <a:schemeClr val="accent2">
              <a:hueOff val="2301290"/>
              <a:satOff val="-6605"/>
              <a:lumOff val="-1057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243" y="1494164"/>
        <a:ext cx="469341" cy="3509"/>
      </dsp:txXfrm>
    </dsp:sp>
    <dsp:sp modelId="{9A241C25-845B-8B4B-AF9D-10F5FC0754D7}">
      <dsp:nvSpPr>
        <dsp:cNvPr id="0" name=""/>
        <dsp:cNvSpPr/>
      </dsp:nvSpPr>
      <dsp:spPr>
        <a:xfrm>
          <a:off x="9389666" y="373645"/>
          <a:ext cx="1524563" cy="914738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Interactive</a:t>
          </a:r>
          <a:r>
            <a:rPr lang="en-CA" sz="1200" kern="1200"/>
            <a:t>: Switch hospitals via $hospitalSelect, updating the map &amp; stats instantly.</a:t>
          </a:r>
          <a:endParaRPr lang="en-US" sz="1200" kern="1200"/>
        </a:p>
      </dsp:txBody>
      <dsp:txXfrm>
        <a:off x="9389666" y="373645"/>
        <a:ext cx="1524563" cy="914738"/>
      </dsp:txXfrm>
    </dsp:sp>
    <dsp:sp modelId="{78DCEBC0-F86B-5A4D-92A3-E3E8E4AC2765}">
      <dsp:nvSpPr>
        <dsp:cNvPr id="0" name=""/>
        <dsp:cNvSpPr/>
      </dsp:nvSpPr>
      <dsp:spPr>
        <a:xfrm>
          <a:off x="1536362" y="2149305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2761548"/>
              <a:satOff val="-7926"/>
              <a:lumOff val="-126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87620" y="2193270"/>
        <a:ext cx="17532" cy="3509"/>
      </dsp:txXfrm>
    </dsp:sp>
    <dsp:sp modelId="{C5814F48-4151-694C-AF6F-0CF89C411B86}">
      <dsp:nvSpPr>
        <dsp:cNvPr id="0" name=""/>
        <dsp:cNvSpPr/>
      </dsp:nvSpPr>
      <dsp:spPr>
        <a:xfrm>
          <a:off x="13598" y="1737655"/>
          <a:ext cx="1524563" cy="914738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/>
            <a:t>Grafana Usage</a:t>
          </a:r>
          <a:endParaRPr lang="en-US" sz="1200" kern="1200"/>
        </a:p>
      </dsp:txBody>
      <dsp:txXfrm>
        <a:off x="13598" y="1737655"/>
        <a:ext cx="1524563" cy="914738"/>
      </dsp:txXfrm>
    </dsp:sp>
    <dsp:sp modelId="{0548F362-8AEE-AB4B-8455-571C7B575952}">
      <dsp:nvSpPr>
        <dsp:cNvPr id="0" name=""/>
        <dsp:cNvSpPr/>
      </dsp:nvSpPr>
      <dsp:spPr>
        <a:xfrm>
          <a:off x="3411575" y="2149305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2834" y="2193270"/>
        <a:ext cx="17532" cy="3509"/>
      </dsp:txXfrm>
    </dsp:sp>
    <dsp:sp modelId="{4876B419-271B-CE4F-9A08-93BBF2F56682}">
      <dsp:nvSpPr>
        <dsp:cNvPr id="0" name=""/>
        <dsp:cNvSpPr/>
      </dsp:nvSpPr>
      <dsp:spPr>
        <a:xfrm>
          <a:off x="1888812" y="1737655"/>
          <a:ext cx="1524563" cy="914738"/>
        </a:xfrm>
        <a:prstGeom prst="rect">
          <a:avLst/>
        </a:prstGeom>
        <a:solidFill>
          <a:schemeClr val="accent2">
            <a:hueOff val="3007019"/>
            <a:satOff val="-8630"/>
            <a:lumOff val="-138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GeoMap panel</a:t>
          </a:r>
          <a:r>
            <a:rPr lang="en-CA" sz="1200" kern="1200"/>
            <a:t>: Markers show hospital location, metrics can be displayed in tooltips.</a:t>
          </a:r>
          <a:endParaRPr lang="en-US" sz="1200" kern="1200"/>
        </a:p>
      </dsp:txBody>
      <dsp:txXfrm>
        <a:off x="1888812" y="1737655"/>
        <a:ext cx="1524563" cy="914738"/>
      </dsp:txXfrm>
    </dsp:sp>
    <dsp:sp modelId="{C02A1C2E-1081-584A-A5D9-22F47EF19124}">
      <dsp:nvSpPr>
        <dsp:cNvPr id="0" name=""/>
        <dsp:cNvSpPr/>
      </dsp:nvSpPr>
      <dsp:spPr>
        <a:xfrm>
          <a:off x="5286789" y="2149305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3682064"/>
              <a:satOff val="-10567"/>
              <a:lumOff val="-1691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8048" y="2193270"/>
        <a:ext cx="17532" cy="3509"/>
      </dsp:txXfrm>
    </dsp:sp>
    <dsp:sp modelId="{255CE115-28C1-F044-AF04-2F895E2C03E5}">
      <dsp:nvSpPr>
        <dsp:cNvPr id="0" name=""/>
        <dsp:cNvSpPr/>
      </dsp:nvSpPr>
      <dsp:spPr>
        <a:xfrm>
          <a:off x="3764025" y="1737655"/>
          <a:ext cx="1524563" cy="914738"/>
        </a:xfrm>
        <a:prstGeom prst="rect">
          <a:avLst/>
        </a:prstGeom>
        <a:solidFill>
          <a:schemeClr val="accent2">
            <a:hueOff val="3436593"/>
            <a:satOff val="-9863"/>
            <a:lumOff val="-157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Stat</a:t>
          </a:r>
          <a:r>
            <a:rPr lang="en-CA" sz="1200" kern="1200"/>
            <a:t> panels (Active Patients, ALOS) highlight key KPIs at a glance.</a:t>
          </a:r>
          <a:endParaRPr lang="en-US" sz="1200" kern="1200"/>
        </a:p>
      </dsp:txBody>
      <dsp:txXfrm>
        <a:off x="3764025" y="1737655"/>
        <a:ext cx="1524563" cy="914738"/>
      </dsp:txXfrm>
    </dsp:sp>
    <dsp:sp modelId="{B51A6DC9-D5F6-B14E-A50B-F6EB6F19D334}">
      <dsp:nvSpPr>
        <dsp:cNvPr id="0" name=""/>
        <dsp:cNvSpPr/>
      </dsp:nvSpPr>
      <dsp:spPr>
        <a:xfrm>
          <a:off x="7162003" y="2149305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4142322"/>
              <a:satOff val="-11888"/>
              <a:lumOff val="-1903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13261" y="2193270"/>
        <a:ext cx="17532" cy="3509"/>
      </dsp:txXfrm>
    </dsp:sp>
    <dsp:sp modelId="{FF3EFA8F-B8CA-4F43-8E49-EE679B6F8E74}">
      <dsp:nvSpPr>
        <dsp:cNvPr id="0" name=""/>
        <dsp:cNvSpPr/>
      </dsp:nvSpPr>
      <dsp:spPr>
        <a:xfrm>
          <a:off x="5639239" y="1737655"/>
          <a:ext cx="1524563" cy="914738"/>
        </a:xfrm>
        <a:prstGeom prst="rect">
          <a:avLst/>
        </a:prstGeom>
        <a:solidFill>
          <a:schemeClr val="accent2">
            <a:hueOff val="3866168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Bar chart</a:t>
          </a:r>
          <a:r>
            <a:rPr lang="en-CA" sz="1200" kern="1200"/>
            <a:t> for diagnosis distribution: easily see top conditions (pneumonia, Covid-19, etc.).</a:t>
          </a:r>
          <a:endParaRPr lang="en-US" sz="1200" kern="1200"/>
        </a:p>
      </dsp:txBody>
      <dsp:txXfrm>
        <a:off x="5639239" y="1737655"/>
        <a:ext cx="1524563" cy="914738"/>
      </dsp:txXfrm>
    </dsp:sp>
    <dsp:sp modelId="{DBD979AF-8BFE-C241-8A28-446E4D341F94}">
      <dsp:nvSpPr>
        <dsp:cNvPr id="0" name=""/>
        <dsp:cNvSpPr/>
      </dsp:nvSpPr>
      <dsp:spPr>
        <a:xfrm>
          <a:off x="9037216" y="2149305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4602580"/>
              <a:satOff val="-13209"/>
              <a:lumOff val="-2114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188475" y="2193270"/>
        <a:ext cx="17532" cy="3509"/>
      </dsp:txXfrm>
    </dsp:sp>
    <dsp:sp modelId="{4D5E935C-FC36-2443-B858-0B5E4DE14E06}">
      <dsp:nvSpPr>
        <dsp:cNvPr id="0" name=""/>
        <dsp:cNvSpPr/>
      </dsp:nvSpPr>
      <dsp:spPr>
        <a:xfrm>
          <a:off x="7514453" y="1737655"/>
          <a:ext cx="1524563" cy="914738"/>
        </a:xfrm>
        <a:prstGeom prst="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Daily trends</a:t>
          </a:r>
          <a:r>
            <a:rPr lang="en-CA" sz="1200" kern="1200"/>
            <a:t> (Emergency vs. Transferred) show short-term movement in critical metrics.</a:t>
          </a:r>
          <a:endParaRPr lang="en-US" sz="1200" kern="1200"/>
        </a:p>
      </dsp:txBody>
      <dsp:txXfrm>
        <a:off x="7514453" y="1737655"/>
        <a:ext cx="1524563" cy="914738"/>
      </dsp:txXfrm>
    </dsp:sp>
    <dsp:sp modelId="{7B1BAF45-DD5A-3B4C-AB25-689BB887F82E}">
      <dsp:nvSpPr>
        <dsp:cNvPr id="0" name=""/>
        <dsp:cNvSpPr/>
      </dsp:nvSpPr>
      <dsp:spPr>
        <a:xfrm>
          <a:off x="775880" y="2650594"/>
          <a:ext cx="9376068" cy="320049"/>
        </a:xfrm>
        <a:custGeom>
          <a:avLst/>
          <a:gdLst/>
          <a:ahLst/>
          <a:cxnLst/>
          <a:rect l="0" t="0" r="0" b="0"/>
          <a:pathLst>
            <a:path>
              <a:moveTo>
                <a:pt x="9376068" y="0"/>
              </a:moveTo>
              <a:lnTo>
                <a:pt x="9376068" y="177124"/>
              </a:lnTo>
              <a:lnTo>
                <a:pt x="0" y="177124"/>
              </a:lnTo>
              <a:lnTo>
                <a:pt x="0" y="320049"/>
              </a:lnTo>
            </a:path>
          </a:pathLst>
        </a:custGeom>
        <a:noFill/>
        <a:ln w="12700" cap="flat" cmpd="sng" algn="ctr">
          <a:solidFill>
            <a:schemeClr val="accent2">
              <a:hueOff val="5062838"/>
              <a:satOff val="-14530"/>
              <a:lumOff val="-2326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348" y="2808864"/>
        <a:ext cx="469131" cy="3509"/>
      </dsp:txXfrm>
    </dsp:sp>
    <dsp:sp modelId="{0D51EB30-099C-6D4D-AD36-4E78C98E08C6}">
      <dsp:nvSpPr>
        <dsp:cNvPr id="0" name=""/>
        <dsp:cNvSpPr/>
      </dsp:nvSpPr>
      <dsp:spPr>
        <a:xfrm>
          <a:off x="9389666" y="1737655"/>
          <a:ext cx="1524563" cy="914738"/>
        </a:xfrm>
        <a:prstGeom prst="rect">
          <a:avLst/>
        </a:prstGeom>
        <a:solidFill>
          <a:schemeClr val="accent2">
            <a:hueOff val="4725316"/>
            <a:satOff val="-13562"/>
            <a:lumOff val="-217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/>
            <a:t>Value to Stakeholders</a:t>
          </a:r>
          <a:endParaRPr lang="en-US" sz="1200" kern="1200"/>
        </a:p>
      </dsp:txBody>
      <dsp:txXfrm>
        <a:off x="9389666" y="1737655"/>
        <a:ext cx="1524563" cy="914738"/>
      </dsp:txXfrm>
    </dsp:sp>
    <dsp:sp modelId="{270EA230-1AB0-8848-8D05-DA5A410D294F}">
      <dsp:nvSpPr>
        <dsp:cNvPr id="0" name=""/>
        <dsp:cNvSpPr/>
      </dsp:nvSpPr>
      <dsp:spPr>
        <a:xfrm>
          <a:off x="1536362" y="3414693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5523096"/>
              <a:satOff val="-15851"/>
              <a:lumOff val="-2537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87620" y="3458658"/>
        <a:ext cx="17532" cy="3509"/>
      </dsp:txXfrm>
    </dsp:sp>
    <dsp:sp modelId="{4DF0249C-FBEA-A147-A197-EAC8CD448E82}">
      <dsp:nvSpPr>
        <dsp:cNvPr id="0" name=""/>
        <dsp:cNvSpPr/>
      </dsp:nvSpPr>
      <dsp:spPr>
        <a:xfrm>
          <a:off x="13598" y="3003043"/>
          <a:ext cx="1524563" cy="914738"/>
        </a:xfrm>
        <a:prstGeom prst="rect">
          <a:avLst/>
        </a:prstGeom>
        <a:solidFill>
          <a:schemeClr val="accent2">
            <a:hueOff val="5154890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Geospatial clarity</a:t>
          </a:r>
          <a:r>
            <a:rPr lang="en-CA" sz="1200" kern="1200"/>
            <a:t>: See exactly where a hospital is located and how it’s performing.</a:t>
          </a:r>
          <a:endParaRPr lang="en-US" sz="1200" kern="1200"/>
        </a:p>
      </dsp:txBody>
      <dsp:txXfrm>
        <a:off x="13598" y="3003043"/>
        <a:ext cx="1524563" cy="914738"/>
      </dsp:txXfrm>
    </dsp:sp>
    <dsp:sp modelId="{AFAF9654-1210-8549-8B8A-A48770C0749A}">
      <dsp:nvSpPr>
        <dsp:cNvPr id="0" name=""/>
        <dsp:cNvSpPr/>
      </dsp:nvSpPr>
      <dsp:spPr>
        <a:xfrm>
          <a:off x="3411575" y="3414693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5983354"/>
              <a:satOff val="-17172"/>
              <a:lumOff val="-2749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2834" y="3458658"/>
        <a:ext cx="17532" cy="3509"/>
      </dsp:txXfrm>
    </dsp:sp>
    <dsp:sp modelId="{E6095C4F-A11D-204F-BB0F-62197771E005}">
      <dsp:nvSpPr>
        <dsp:cNvPr id="0" name=""/>
        <dsp:cNvSpPr/>
      </dsp:nvSpPr>
      <dsp:spPr>
        <a:xfrm>
          <a:off x="1888812" y="3003043"/>
          <a:ext cx="1524563" cy="914738"/>
        </a:xfrm>
        <a:prstGeom prst="rect">
          <a:avLst/>
        </a:prstGeom>
        <a:solidFill>
          <a:schemeClr val="accent2">
            <a:hueOff val="5584464"/>
            <a:satOff val="-16027"/>
            <a:lumOff val="-256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Nursing/clinical leads</a:t>
          </a:r>
          <a:r>
            <a:rPr lang="en-CA" sz="1200" kern="1200"/>
            <a:t> can monitor daily admissions or changes in emergency load.</a:t>
          </a:r>
          <a:endParaRPr lang="en-US" sz="1200" kern="1200"/>
        </a:p>
      </dsp:txBody>
      <dsp:txXfrm>
        <a:off x="1888812" y="3003043"/>
        <a:ext cx="1524563" cy="914738"/>
      </dsp:txXfrm>
    </dsp:sp>
    <dsp:sp modelId="{2086DD9F-8F02-D448-B47B-B70E1BB64D74}">
      <dsp:nvSpPr>
        <dsp:cNvPr id="0" name=""/>
        <dsp:cNvSpPr/>
      </dsp:nvSpPr>
      <dsp:spPr>
        <a:xfrm>
          <a:off x="5286789" y="3414693"/>
          <a:ext cx="32004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049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8048" y="3458658"/>
        <a:ext cx="17532" cy="3509"/>
      </dsp:txXfrm>
    </dsp:sp>
    <dsp:sp modelId="{99ED100A-D114-4347-B00B-9B7783DF11EF}">
      <dsp:nvSpPr>
        <dsp:cNvPr id="0" name=""/>
        <dsp:cNvSpPr/>
      </dsp:nvSpPr>
      <dsp:spPr>
        <a:xfrm>
          <a:off x="3764025" y="3003043"/>
          <a:ext cx="1524563" cy="914738"/>
        </a:xfrm>
        <a:prstGeom prst="rect">
          <a:avLst/>
        </a:prstGeom>
        <a:solidFill>
          <a:schemeClr val="accent2">
            <a:hueOff val="6014038"/>
            <a:satOff val="-17260"/>
            <a:lumOff val="-276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Management</a:t>
          </a:r>
          <a:r>
            <a:rPr lang="en-CA" sz="1200" kern="1200"/>
            <a:t> quickly checks ALOS and active patients, helps plan staff or bed usage.</a:t>
          </a:r>
          <a:endParaRPr lang="en-US" sz="1200" kern="1200"/>
        </a:p>
      </dsp:txBody>
      <dsp:txXfrm>
        <a:off x="3764025" y="3003043"/>
        <a:ext cx="1524563" cy="914738"/>
      </dsp:txXfrm>
    </dsp:sp>
    <dsp:sp modelId="{7CD97894-7459-2D42-A222-592E4DE13585}">
      <dsp:nvSpPr>
        <dsp:cNvPr id="0" name=""/>
        <dsp:cNvSpPr/>
      </dsp:nvSpPr>
      <dsp:spPr>
        <a:xfrm>
          <a:off x="5639239" y="3003043"/>
          <a:ext cx="1524563" cy="914738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705" tIns="78416" rIns="74705" bIns="7841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• </a:t>
          </a:r>
          <a:r>
            <a:rPr lang="en-CA" sz="1200" b="1" kern="1200"/>
            <a:t>Real-time selection</a:t>
          </a:r>
          <a:r>
            <a:rPr lang="en-CA" sz="1200" kern="1200"/>
            <a:t>: Switch hospital, instantly refresh stats and map—</a:t>
          </a:r>
          <a:r>
            <a:rPr lang="en-CA" sz="1200" b="1" kern="1200"/>
            <a:t>seamless</a:t>
          </a:r>
          <a:r>
            <a:rPr lang="en-CA" sz="1200" kern="1200"/>
            <a:t> for operational or regional directors overseeing multiple locations.</a:t>
          </a:r>
          <a:endParaRPr lang="en-US" sz="1200" kern="1200"/>
        </a:p>
      </dsp:txBody>
      <dsp:txXfrm>
        <a:off x="5639239" y="3003043"/>
        <a:ext cx="1524563" cy="9147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63AC6-FD16-4081-ADF6-44C9ECB4D6FB}">
      <dsp:nvSpPr>
        <dsp:cNvPr id="0" name=""/>
        <dsp:cNvSpPr/>
      </dsp:nvSpPr>
      <dsp:spPr>
        <a:xfrm>
          <a:off x="0" y="37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93836B-BC0C-4DD4-A695-0BFC317A58DD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450C1C-8054-4A37-8461-AE655AF18A95}">
      <dsp:nvSpPr>
        <dsp:cNvPr id="0" name=""/>
        <dsp:cNvSpPr/>
      </dsp:nvSpPr>
      <dsp:spPr>
        <a:xfrm>
          <a:off x="591168" y="37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kern="1200"/>
            <a:t>Grafana’s Impact</a:t>
          </a:r>
          <a:r>
            <a:rPr lang="en-CA" sz="1600" kern="1200"/>
            <a:t>: Centralized, real-time hospital data</a:t>
          </a:r>
          <a:endParaRPr lang="en-US" sz="1600" kern="1200"/>
        </a:p>
      </dsp:txBody>
      <dsp:txXfrm>
        <a:off x="591168" y="371"/>
        <a:ext cx="9924431" cy="511834"/>
      </dsp:txXfrm>
    </dsp:sp>
    <dsp:sp modelId="{24A35F65-0338-4BD8-8B29-FF533975C638}">
      <dsp:nvSpPr>
        <dsp:cNvPr id="0" name=""/>
        <dsp:cNvSpPr/>
      </dsp:nvSpPr>
      <dsp:spPr>
        <a:xfrm>
          <a:off x="0" y="640165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DF9B9D-3B52-4B33-B28E-86F5DE4C87CD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2A337-2DC1-4A10-B38A-42597AFAFE79}">
      <dsp:nvSpPr>
        <dsp:cNvPr id="0" name=""/>
        <dsp:cNvSpPr/>
      </dsp:nvSpPr>
      <dsp:spPr>
        <a:xfrm>
          <a:off x="591168" y="640165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kern="1200"/>
            <a:t>Stakeholder Benefits</a:t>
          </a:r>
          <a:r>
            <a:rPr lang="en-CA" sz="1600" kern="1200"/>
            <a:t>: Immediate insights, trend analysis, resource planning</a:t>
          </a:r>
          <a:endParaRPr lang="en-US" sz="1600" kern="1200"/>
        </a:p>
      </dsp:txBody>
      <dsp:txXfrm>
        <a:off x="591168" y="640165"/>
        <a:ext cx="9924431" cy="511834"/>
      </dsp:txXfrm>
    </dsp:sp>
    <dsp:sp modelId="{25B3E1FB-E724-4261-B4CE-B26A4E8A0928}">
      <dsp:nvSpPr>
        <dsp:cNvPr id="0" name=""/>
        <dsp:cNvSpPr/>
      </dsp:nvSpPr>
      <dsp:spPr>
        <a:xfrm>
          <a:off x="0" y="127995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A01D1A-4AC8-4F14-866C-A8903662528B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64FD5-F4EA-4EF3-86E5-F91B56BC1727}">
      <dsp:nvSpPr>
        <dsp:cNvPr id="0" name=""/>
        <dsp:cNvSpPr/>
      </dsp:nvSpPr>
      <dsp:spPr>
        <a:xfrm>
          <a:off x="591168" y="127995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kern="1200"/>
            <a:t>Key Takeaways</a:t>
          </a:r>
          <a:r>
            <a:rPr lang="en-CA" sz="1600" kern="1200"/>
            <a:t>:</a:t>
          </a:r>
          <a:endParaRPr lang="en-US" sz="1600" kern="1200"/>
        </a:p>
      </dsp:txBody>
      <dsp:txXfrm>
        <a:off x="591168" y="1279958"/>
        <a:ext cx="9924431" cy="511834"/>
      </dsp:txXfrm>
    </dsp:sp>
    <dsp:sp modelId="{830C55C0-5AE1-4E5E-AD96-DD49E38AB2F3}">
      <dsp:nvSpPr>
        <dsp:cNvPr id="0" name=""/>
        <dsp:cNvSpPr/>
      </dsp:nvSpPr>
      <dsp:spPr>
        <a:xfrm>
          <a:off x="0" y="191975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7D1E6-E98D-4197-B427-F8F3B42A54E9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D48A4-A588-4E63-84D0-EA6FA62C270E}">
      <dsp:nvSpPr>
        <dsp:cNvPr id="0" name=""/>
        <dsp:cNvSpPr/>
      </dsp:nvSpPr>
      <dsp:spPr>
        <a:xfrm>
          <a:off x="591168" y="191975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1. Short-term vs. long-term metrics</a:t>
          </a:r>
          <a:endParaRPr lang="en-US" sz="1600" kern="1200"/>
        </a:p>
      </dsp:txBody>
      <dsp:txXfrm>
        <a:off x="591168" y="1919751"/>
        <a:ext cx="9924431" cy="511834"/>
      </dsp:txXfrm>
    </dsp:sp>
    <dsp:sp modelId="{DC0EB7F0-2EC2-49A8-AF52-D17B2153F2D1}">
      <dsp:nvSpPr>
        <dsp:cNvPr id="0" name=""/>
        <dsp:cNvSpPr/>
      </dsp:nvSpPr>
      <dsp:spPr>
        <a:xfrm>
          <a:off x="0" y="2559544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3E7BB9-81AA-4A63-B057-C90F4AD0D792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532A8-07F7-498F-BA0E-7BBF4E368F82}">
      <dsp:nvSpPr>
        <dsp:cNvPr id="0" name=""/>
        <dsp:cNvSpPr/>
      </dsp:nvSpPr>
      <dsp:spPr>
        <a:xfrm>
          <a:off x="591168" y="2559544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2. Multi-hospital &amp; geo comparisons</a:t>
          </a:r>
          <a:endParaRPr lang="en-US" sz="1600" kern="1200"/>
        </a:p>
      </dsp:txBody>
      <dsp:txXfrm>
        <a:off x="591168" y="2559544"/>
        <a:ext cx="9924431" cy="511834"/>
      </dsp:txXfrm>
    </dsp:sp>
    <dsp:sp modelId="{9B3E5030-DE0F-46BA-B090-3129E71DC614}">
      <dsp:nvSpPr>
        <dsp:cNvPr id="0" name=""/>
        <dsp:cNvSpPr/>
      </dsp:nvSpPr>
      <dsp:spPr>
        <a:xfrm>
          <a:off x="0" y="319933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DB48F-59B8-4D27-AD4C-C28BB7D490E2}">
      <dsp:nvSpPr>
        <dsp:cNvPr id="0" name=""/>
        <dsp:cNvSpPr/>
      </dsp:nvSpPr>
      <dsp:spPr>
        <a:xfrm>
          <a:off x="154829" y="3314501"/>
          <a:ext cx="281509" cy="28150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2299E-126A-4346-98BD-E421285D2554}">
      <dsp:nvSpPr>
        <dsp:cNvPr id="0" name=""/>
        <dsp:cNvSpPr/>
      </dsp:nvSpPr>
      <dsp:spPr>
        <a:xfrm>
          <a:off x="591168" y="319933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3. Actionable visuals</a:t>
          </a:r>
          <a:endParaRPr lang="en-US" sz="1600" kern="1200"/>
        </a:p>
      </dsp:txBody>
      <dsp:txXfrm>
        <a:off x="591168" y="3199338"/>
        <a:ext cx="9924431" cy="511834"/>
      </dsp:txXfrm>
    </dsp:sp>
    <dsp:sp modelId="{6D04577F-C348-4CA5-80F6-4EDAC5D663F1}">
      <dsp:nvSpPr>
        <dsp:cNvPr id="0" name=""/>
        <dsp:cNvSpPr/>
      </dsp:nvSpPr>
      <dsp:spPr>
        <a:xfrm>
          <a:off x="0" y="383913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F1FD88-0A5C-49AD-9833-90972C752089}">
      <dsp:nvSpPr>
        <dsp:cNvPr id="0" name=""/>
        <dsp:cNvSpPr/>
      </dsp:nvSpPr>
      <dsp:spPr>
        <a:xfrm>
          <a:off x="154829" y="3954294"/>
          <a:ext cx="281509" cy="28150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9E1F8-818D-4C5F-8AB9-20C3223CDBF3}">
      <dsp:nvSpPr>
        <dsp:cNvPr id="0" name=""/>
        <dsp:cNvSpPr/>
      </dsp:nvSpPr>
      <dsp:spPr>
        <a:xfrm>
          <a:off x="591168" y="383913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kern="1200"/>
            <a:t>Looking Ahead</a:t>
          </a:r>
          <a:r>
            <a:rPr lang="en-CA" sz="1600" kern="1200"/>
            <a:t>: Alerts, predictive analytics, deeper drill-downs</a:t>
          </a:r>
          <a:endParaRPr lang="en-US" sz="1600" kern="1200"/>
        </a:p>
      </dsp:txBody>
      <dsp:txXfrm>
        <a:off x="591168" y="3839131"/>
        <a:ext cx="9924431" cy="511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C1A95-980B-5D43-86F7-A0D0C73B4E79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F715B-DA19-5744-A249-8CC2F2BAC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2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Purpose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Show daily, weekly, and monthly changes for Admitted, Discharged, Deceased, Transferred, and Emergency.</a:t>
            </a:r>
          </a:p>
          <a:p>
            <a:endParaRPr lang="en-US" dirty="0"/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Top Gauges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6-month totals for Admitted, Discharged, Deceased, Transferred, Emergency.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Today vs Yesterday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Pie charts highlighting daily changes.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Week &amp; Month Comparisons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Bar visuals for “Current vs Last.”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Immediate Insight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Quickly identify short-term and medium-term trends.</a:t>
            </a:r>
          </a:p>
          <a:p>
            <a:endParaRPr lang="en-US" dirty="0"/>
          </a:p>
          <a:p>
            <a:endParaRPr lang="en-US" dirty="0"/>
          </a:p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Grafana Usage</a:t>
            </a: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Uses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multiple panel types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gauges, pie charts, bar charts.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Auto-refresh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ensures real-time updates from PostgreSQL.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Time range selectors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let stakeholders zoom in or out (last 6 months, last 14 days, etc.).</a:t>
            </a:r>
          </a:p>
          <a:p>
            <a:endParaRPr lang="en-US" dirty="0"/>
          </a:p>
          <a:p>
            <a:endParaRPr lang="en-US" dirty="0"/>
          </a:p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Value to Stakeholders</a:t>
            </a: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Hospital Admins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can see daily spikes (today vs yesterday) and plan staff allocation.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Operations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track if weekly or monthly admissions exceed discharges, flagging potential capacity issues.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Executives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glean immediate insights without needing separate reports—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one-stop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for near-term performance metrics.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F715B-DA19-5744-A249-8CC2F2BACB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30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F715B-DA19-5744-A249-8CC2F2BACB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68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Purpose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Explore longer-term patterns (weekly, monthly, quarterly) and compare hospitals side by side.</a:t>
            </a:r>
          </a:p>
          <a:p>
            <a:pPr>
              <a:spcBef>
                <a:spcPts val="900"/>
              </a:spcBef>
            </a:pP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Weekly Admissions vs Discharges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Multi-line chart to see capacity changes over time.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Emergency Admissions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Weekly bar chart revealing potential surges.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ALOS (Avg Length of Stay) Trend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Evaluate efficiency over months.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Quarterly Transfers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Spot facility transfers to manage resources.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Multi-Hospital Comparison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Current month stats for each hospital side by side.</a:t>
            </a:r>
          </a:p>
          <a:p>
            <a:endParaRPr lang="en-US" dirty="0"/>
          </a:p>
          <a:p>
            <a:endParaRPr lang="en-US" dirty="0"/>
          </a:p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Grafana Usage</a:t>
            </a: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Line charts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for weekly admissions/discharges: easy to see capacity fluctuations.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Bar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or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stat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panels for weekly emergency admissions.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Time-shift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features in Grafana (e.g., </a:t>
            </a:r>
            <a:r>
              <a:rPr lang="en-CA" dirty="0">
                <a:solidFill>
                  <a:srgbClr val="0E0E0E"/>
                </a:solidFill>
                <a:effectLst/>
                <a:latin typeface=".AppleSystemUIFontMonospaced"/>
              </a:rPr>
              <a:t>-1M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en-CA" dirty="0">
                <a:solidFill>
                  <a:srgbClr val="0E0E0E"/>
                </a:solidFill>
                <a:effectLst/>
                <a:latin typeface=".AppleSystemUIFontMonospaced"/>
              </a:rPr>
              <a:t>-25d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) let us compare the same metric across different date ranges on one chart.</a:t>
            </a:r>
          </a:p>
          <a:p>
            <a:endParaRPr lang="en-US" dirty="0"/>
          </a:p>
          <a:p>
            <a:endParaRPr lang="en-US" dirty="0"/>
          </a:p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Value to Stakeholders</a:t>
            </a: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Operations teams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can spot if certain weeks consistently run higher on discharges vs admissions.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Management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can track the average length of stay (ALOS) monthly—important for resource planning.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Hospital chain executives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see how each facility is performing (admitted, discharged, emergency counts, etc.) to allocate budgets or shift resources.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F715B-DA19-5744-A249-8CC2F2BACB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69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A95C-EF7D-A0B4-1A93-7CD4BC817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4DECC-35E6-AF59-24AB-222F5CDDF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5A379-070D-DD38-DE8F-CCC72CD3E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Purpose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Combine a map view with real-time stats for one specific hospital at a time.</a:t>
            </a:r>
          </a:p>
          <a:p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Hospital Geo Overview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Map panel to visualize location &amp; real-time selection of hospital.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Active Patients Today / ALOS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Single-stat tiles for quick snapshot.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Diagnosis Distribution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Horizontal bar chart showing top diagnoses (pneumonia, Covid-19, etc.).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Daily Metrics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Admissions line chart; Emergency vs. Transferred bar.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Interactive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Switch hospitals via </a:t>
            </a:r>
            <a:r>
              <a:rPr lang="en-CA" dirty="0">
                <a:solidFill>
                  <a:srgbClr val="0E0E0E"/>
                </a:solidFill>
                <a:effectLst/>
                <a:latin typeface=".AppleSystemUIFontMonospaced"/>
              </a:rPr>
              <a:t>$</a:t>
            </a:r>
            <a:r>
              <a:rPr lang="en-CA" dirty="0" err="1">
                <a:solidFill>
                  <a:srgbClr val="0E0E0E"/>
                </a:solidFill>
                <a:effectLst/>
                <a:latin typeface=".AppleSystemUIFontMonospaced"/>
              </a:rPr>
              <a:t>hospitalSelect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, updating the map &amp; stats instantly.</a:t>
            </a:r>
          </a:p>
          <a:p>
            <a:endParaRPr lang="en-US" dirty="0"/>
          </a:p>
          <a:p>
            <a:endParaRPr lang="en-US" dirty="0"/>
          </a:p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Grafana Usage</a:t>
            </a: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 err="1">
                <a:solidFill>
                  <a:srgbClr val="0E0E0E"/>
                </a:solidFill>
                <a:effectLst/>
                <a:latin typeface=".AppleSystemUIFont"/>
              </a:rPr>
              <a:t>GeoMap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 panel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Markers show hospital location, metrics can be displayed in tooltips.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Stat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panels (Active Patients, ALOS) highlight key KPIs at a glance.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Bar chart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for diagnosis distribution: easily see top conditions (pneumonia, Covid-19, etc.).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Daily trends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(Emergency vs. Transferred) show short-term movement in critical metrics.</a:t>
            </a:r>
          </a:p>
          <a:p>
            <a:endParaRPr lang="en-US" dirty="0"/>
          </a:p>
          <a:p>
            <a:endParaRPr lang="en-US" dirty="0"/>
          </a:p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Value to Stakeholders</a:t>
            </a: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Geospatial clarity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See exactly where a hospital is located and how it’s performing.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Nursing/clinical leads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can monitor daily admissions or changes in emergency load.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Management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quickly checks ALOS and active patients, helps plan staff or bed usage.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Real-time selection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Switch hospital, instantly refresh stats and map—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seamless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for operational or regional directors overseeing multiple locations.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18962-08ED-8D9A-AA9E-EE63CCF1F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F715B-DA19-5744-A249-8CC2F2BACB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7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Grafana’s Role</a:t>
            </a: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Provided a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unified platform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to visualize daily, weekly, monthly metrics, all updating from PostgreSQL in real time.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Flexible dashboards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accommodate different panels (pie charts, time-series lines, </a:t>
            </a:r>
            <a:r>
              <a:rPr lang="en-CA" dirty="0" err="1">
                <a:solidFill>
                  <a:srgbClr val="0E0E0E"/>
                </a:solidFill>
                <a:effectLst/>
                <a:latin typeface=".AppleSystemUIFont"/>
              </a:rPr>
              <a:t>geomaps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) tailored to each stakeholder need.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The </a:t>
            </a:r>
            <a:r>
              <a:rPr lang="en-CA" b="1" dirty="0" err="1">
                <a:solidFill>
                  <a:srgbClr val="0E0E0E"/>
                </a:solidFill>
                <a:effectLst/>
                <a:latin typeface=".AppleSystemUIFont"/>
              </a:rPr>
              <a:t>hospitalSelect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 variable and time-range filters let users drill into specific facilities or dates, enabling quick, data-driven decisions.</a:t>
            </a:r>
          </a:p>
          <a:p>
            <a:br>
              <a:rPr lang="en-CA" dirty="0">
                <a:solidFill>
                  <a:srgbClr val="0E0E0E"/>
                </a:solidFill>
                <a:effectLst/>
                <a:latin typeface=".AppleSystemUIFont"/>
              </a:rPr>
            </a:b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Key Takeaways for Stakeholders</a:t>
            </a: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1.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Immediate Operational Insight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Daily vs. yesterday panels help operations staff see patient inflows/outflows and respond to capacity spikes.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2.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Longer-Term Strategy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Weekly, monthly, and quarterly views guide management in budget allocation, staffing schedules, and identifying recurring trends.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3.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Comparisons &amp; Geo Context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Executives can compare multiple hospitals or see location-based metrics to spot high-demand regions quickly.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4.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Interactive &amp; Scalable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Grafana’s dynamic panels and data sources can scale to include more hospitals, additional metrics, or advanced analytics.</a:t>
            </a:r>
          </a:p>
          <a:p>
            <a:br>
              <a:rPr lang="en-CA" dirty="0">
                <a:solidFill>
                  <a:srgbClr val="0E0E0E"/>
                </a:solidFill>
                <a:effectLst/>
                <a:latin typeface=".AppleSystemUIFont"/>
              </a:rPr>
            </a:b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Future Enhancements</a:t>
            </a:r>
            <a:endParaRPr lang="en-CA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Alerts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Configure threshold-based notifications (e.g., if admissions exceed X).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Predictive Analytics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Integrate ML forecasting (e.g., ARIMA or Prophet) for anticipating patient load.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Increased Granularity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Drill down to ward-level or diagnosis-level detail, delivering deeper insights for clinical teams.</a:t>
            </a:r>
          </a:p>
          <a:p>
            <a:pPr>
              <a:spcBef>
                <a:spcPts val="900"/>
              </a:spcBef>
            </a:pP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Cross-Functional Integration</a:t>
            </a:r>
            <a:r>
              <a:rPr lang="en-CA" dirty="0">
                <a:solidFill>
                  <a:srgbClr val="0E0E0E"/>
                </a:solidFill>
                <a:effectLst/>
                <a:latin typeface=".AppleSystemUIFont"/>
              </a:rPr>
              <a:t>: Merge financial, staffing, or inventory data to build a more comprehensive hospital performance suite.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F715B-DA19-5744-A249-8CC2F2BACB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9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4840-9122-D2AB-E22A-E1071F773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3762E-0CA7-74BC-C897-6781CC05C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50B0B-CE31-1FEE-E54B-26536036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757FB-AA6A-F615-4089-8FCD957E2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EED37-BC01-87CC-3BE7-771DA82C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3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3EEB-3191-4965-E5B9-23CBF758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1D66-A0DC-09F8-711C-0F6CA4D87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96E64-8E0A-FE4D-CB28-B23716F7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A7828-82A6-1398-8AE8-C807A190D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8784-CDF6-3DB3-943E-186B7ACC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62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51A85-148D-BF79-5276-C495D973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59102-ED64-637E-36A9-6A96870D5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CB0C7-0286-57E4-5D7E-79192EC40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B104F-FAB2-C727-55D6-D59467B2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33516-53E2-11C8-D7E5-60C64B69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21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95A3-6AAA-D9D8-3767-4EA7A9F7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49D4C-888B-4846-30AE-7FEE231ED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8FF30-5E1D-198C-440D-EAB073DE6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6223A-1AFE-9C7F-D5C8-4609A4D7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253E6-AB1D-68B6-E56F-101323A6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1D387-E7E8-FBEC-FE7D-1EBE36ADD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20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72363-C3DD-E931-C293-A9F12381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CC014-C1C7-D8B9-BE9B-6BA756F13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18C5D-363C-CEA1-DCD0-80A633933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F15DB-229A-B9A0-7EA9-DF87D5F42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2FEC6-B885-751F-F87C-CF68B789F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6BC86C-3032-F57A-1B1F-E48AC905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91C92-9362-63D6-F2B6-DDF29935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F49377-E496-3B5F-1C6B-32E2D279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B5CEB-117F-6FBC-35A4-93D00482F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AC141-2640-636C-828D-5AE2C014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0035CF-E442-DAEB-0ADB-D6E3F8B1A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C8190-E59B-344C-342A-1D57C644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9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1E6673-8148-EA9B-15BE-72DB4A60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29BC05-8EAB-38E1-D18C-02DF16CD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9A6A0-0941-ADB2-51ED-738DC9A0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828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4977C-99E1-FECC-09F9-3A1A6DF3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01938-ADC6-197F-C6A9-04EFDA95D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D2D9D-8E42-C1B3-AC75-E71A8B015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F8153-655D-8AF5-A293-9B873E355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EE8A1-3636-E104-B50E-F6F3DC5D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BEF5E-D035-C22B-21D8-92A96CBB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9BB4-DA54-1586-3075-A1AF08EF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382030-EC27-C92B-DBCD-6B80C13CC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BB772-5067-2753-6D78-4EF5882A7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322FF-7056-4EE5-2F6C-B786A8F5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06023-8AF3-3D9D-18C5-8F353B2BA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7ADE2-B244-0449-9573-1FDCF7EC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4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C0662-98FB-1208-BB97-5FEA3C98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DFE96-B30C-7B24-210F-95C4EEF9B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6428C-7B41-B317-EB62-B272E4EDD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44861-A550-F379-DE62-5C85D01C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B9F34-DBDB-4517-10E7-D030BB2A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89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74561-95F7-C30D-374D-0508522FC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4EC60-C88F-F973-78A3-7C1AC5E3A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47C59-38FB-E966-9CAB-4AF46197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01A1-A40C-321C-B947-DE38EF1B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94036-B4AF-5A6F-EF11-ED1E857D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7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548543-00CA-F2F1-C32B-795DD251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166E1-AE09-6472-A22E-D905D0F07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67CBC-8F00-93C5-FF40-D2687BF97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EE32F-33C9-AB43-9D11-AA16620BDA0A}" type="datetimeFigureOut">
              <a:rPr lang="en-US" smtClean="0"/>
              <a:t>4/12/25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08A49-C431-87CB-2409-AE1A50B93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D50DB-9D08-0A7A-0224-D209AC9D1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8ECBC-9A08-D046-B1F8-9CF40415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4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30588EE-FEAC-97E5-2EBD-25A20142B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385" y="841248"/>
            <a:ext cx="5129600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b="1" kern="120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Hospital Dashboards Overview</a:t>
            </a:r>
            <a:br>
              <a:rPr lang="en-US" sz="4800" kern="120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4800" kern="120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USING GRAFANA</a:t>
            </a:r>
            <a:endParaRPr lang="en-US" sz="4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5F01C-1DF3-A977-E879-5320323B4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900"/>
              </a:spcBef>
            </a:pPr>
            <a:r>
              <a:rPr lang="en-US" sz="1800" b="1" dirty="0">
                <a:solidFill>
                  <a:schemeClr val="tx2"/>
                </a:solidFill>
                <a:effectLst/>
              </a:rPr>
              <a:t>Purpose</a:t>
            </a:r>
            <a:r>
              <a:rPr lang="en-US" sz="1800" dirty="0">
                <a:solidFill>
                  <a:schemeClr val="tx2"/>
                </a:solidFill>
                <a:effectLst/>
              </a:rPr>
              <a:t>: Present three dashboards offering real-time and comparative hospital metrics.</a:t>
            </a:r>
          </a:p>
          <a:p>
            <a:pPr algn="l">
              <a:spcBef>
                <a:spcPts val="900"/>
              </a:spcBef>
            </a:pPr>
            <a:r>
              <a:rPr lang="en-US" sz="1800" b="1" dirty="0">
                <a:solidFill>
                  <a:schemeClr val="tx2"/>
                </a:solidFill>
                <a:effectLst/>
              </a:rPr>
              <a:t>Key Metrics</a:t>
            </a:r>
            <a:r>
              <a:rPr lang="en-US" sz="1800" dirty="0">
                <a:solidFill>
                  <a:schemeClr val="tx2"/>
                </a:solidFill>
                <a:effectLst/>
              </a:rPr>
              <a:t>: Admissions, Discharges, Deceased, Transferred, Emergency, Length of Stay, etc.</a:t>
            </a:r>
          </a:p>
          <a:p>
            <a:pPr algn="l">
              <a:spcBef>
                <a:spcPts val="900"/>
              </a:spcBef>
            </a:pPr>
            <a:r>
              <a:rPr lang="en-US" sz="1800" b="1" dirty="0">
                <a:solidFill>
                  <a:schemeClr val="tx2"/>
                </a:solidFill>
                <a:effectLst/>
              </a:rPr>
              <a:t>Tool</a:t>
            </a:r>
            <a:r>
              <a:rPr lang="en-US" sz="1800" dirty="0">
                <a:solidFill>
                  <a:schemeClr val="tx2"/>
                </a:solidFill>
                <a:effectLst/>
              </a:rPr>
              <a:t>: Grafana, connected to PostgreSQL.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551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A63E5-C0F5-C56A-71CE-E0EA9E78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b="1" dirty="0">
                <a:solidFill>
                  <a:srgbClr val="FFFFFF"/>
                </a:solidFill>
                <a:effectLst/>
              </a:rPr>
              <a:t>Dashboard 1 – Key Metrics &amp; Comparisons</a:t>
            </a:r>
            <a:br>
              <a:rPr lang="en-US" sz="3700" dirty="0">
                <a:solidFill>
                  <a:srgbClr val="FFFFFF"/>
                </a:solidFill>
                <a:effectLst/>
              </a:rPr>
            </a:b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BEFF19-C0A9-DCA6-16A1-7541E7243B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96"/>
          <a:stretch/>
        </p:blipFill>
        <p:spPr>
          <a:xfrm>
            <a:off x="0" y="1868557"/>
            <a:ext cx="5943600" cy="37899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FFB0BA-3E83-3403-42C6-CD999A797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360" y="1868556"/>
            <a:ext cx="6100633" cy="37899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9776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A01C36-91D3-5925-F294-52E6C90B846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069" b="642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D500D4-BC63-ADB5-932C-AD7C96C575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9947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4839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081E2-05E1-902B-CF82-14B84161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0FFA139-11FA-A9B8-72CD-07AD1C766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CDC89-E2C2-7BCD-23E9-AC5AF7E08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71C87C-7F6B-926C-ECD0-093326632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0B7924-42C6-C0C0-FCDC-4E0BA1628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80143D-9EF7-3931-7291-E405DC9C6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256C1-132A-85BD-431F-B0EEB506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b="1" dirty="0">
                <a:solidFill>
                  <a:srgbClr val="FFFFFF"/>
                </a:solidFill>
                <a:effectLst/>
              </a:rPr>
              <a:t>Dashboard 2 –  Trend &amp; Multi-Hospital Focus</a:t>
            </a:r>
            <a:br>
              <a:rPr lang="en-US" sz="3700" dirty="0">
                <a:solidFill>
                  <a:srgbClr val="FFFFFF"/>
                </a:solidFill>
                <a:effectLst/>
              </a:rPr>
            </a:b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268DBD-9A0B-0E72-8E22-566BBDDF5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C7B3CB-70E2-1B1B-920B-C9FF6167CB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63" b="8565"/>
          <a:stretch/>
        </p:blipFill>
        <p:spPr>
          <a:xfrm>
            <a:off x="141440" y="1863862"/>
            <a:ext cx="5765789" cy="3715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FAA9F80-0B2A-D1A8-AE6A-33372F03A7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74" b="2678"/>
          <a:stretch/>
        </p:blipFill>
        <p:spPr>
          <a:xfrm>
            <a:off x="6108984" y="1863862"/>
            <a:ext cx="5881254" cy="37154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143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86FDE8-39D9-825D-9710-3D74E383CD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19741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96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4DBD1-3871-F669-E2DD-26787D19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4B5355-1D45-C18A-5617-9A6AC0959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1FE1E6-D338-DB06-DFDF-177E4DE09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D2254E-BF4D-6BD2-58ED-4ED355F73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90BAF0-9D9F-7249-5F7B-BAC7B4A52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B73EFC-1E02-13B1-81AD-320B0AC58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BD664D-D551-0D14-572D-0F213BDB6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b="1" dirty="0">
                <a:solidFill>
                  <a:srgbClr val="FFFFFF"/>
                </a:solidFill>
                <a:effectLst/>
              </a:rPr>
              <a:t>Dashboard 3 –  Geo &amp; Single-Hospital Focus</a:t>
            </a:r>
            <a:br>
              <a:rPr lang="en-US" sz="3700" dirty="0">
                <a:solidFill>
                  <a:srgbClr val="FFFFFF"/>
                </a:solidFill>
                <a:effectLst/>
              </a:rPr>
            </a:b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EFCF8D-6A17-18F8-4DDE-52EDED750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5F10D2-4978-4678-AC56-DEFA03D11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3" y="1504709"/>
            <a:ext cx="10596794" cy="5081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756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A1521AB1-C4CC-2BC6-FA66-AC124FE71F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59202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363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195FB-3E38-6CEF-9771-ABE1B5A0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0E0E0E"/>
                </a:solidFill>
                <a:effectLst/>
                <a:latin typeface=".AppleSystemUIFont"/>
              </a:rPr>
              <a:t>Conclusion &amp; Next Steps</a:t>
            </a:r>
            <a:br>
              <a:rPr lang="en-CA" dirty="0">
                <a:solidFill>
                  <a:srgbClr val="0E0E0E"/>
                </a:solidFill>
                <a:effectLst/>
                <a:latin typeface=".AppleSystemUIFont"/>
              </a:rPr>
            </a:b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9E22D4C-6948-7929-99AC-EDF29CD2C5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50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1605</Words>
  <Application>Microsoft Macintosh PowerPoint</Application>
  <PresentationFormat>Widescreen</PresentationFormat>
  <Paragraphs>137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.AppleSystemUIFont</vt:lpstr>
      <vt:lpstr>.AppleSystemUIFontMonospaced</vt:lpstr>
      <vt:lpstr>Aptos</vt:lpstr>
      <vt:lpstr>Aptos Display</vt:lpstr>
      <vt:lpstr>Arial</vt:lpstr>
      <vt:lpstr>Office Theme</vt:lpstr>
      <vt:lpstr>Hospital Dashboards Overview USING GRAFANA</vt:lpstr>
      <vt:lpstr>Dashboard 1 – Key Metrics &amp; Comparisons </vt:lpstr>
      <vt:lpstr>PowerPoint Presentation</vt:lpstr>
      <vt:lpstr>Dashboard 2 –  Trend &amp; Multi-Hospital Focus </vt:lpstr>
      <vt:lpstr>PowerPoint Presentation</vt:lpstr>
      <vt:lpstr>Dashboard 3 –  Geo &amp; Single-Hospital Focus </vt:lpstr>
      <vt:lpstr>PowerPoint Presentation</vt:lpstr>
      <vt:lpstr>Conclusion &amp;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Prashuk Jain</dc:creator>
  <cp:lastModifiedBy>Prashuk Jain</cp:lastModifiedBy>
  <cp:revision>3</cp:revision>
  <dcterms:created xsi:type="dcterms:W3CDTF">2025-01-31T11:55:26Z</dcterms:created>
  <dcterms:modified xsi:type="dcterms:W3CDTF">2025-04-12T09:40:26Z</dcterms:modified>
</cp:coreProperties>
</file>